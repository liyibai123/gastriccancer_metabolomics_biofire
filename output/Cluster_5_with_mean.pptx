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07366" y="1409354"/>
              <a:ext cx="3519870" cy="2020012"/>
            </a:xfrm>
            <a:custGeom>
              <a:avLst/>
              <a:pathLst>
                <a:path w="3519870" h="2020012">
                  <a:moveTo>
                    <a:pt x="0" y="0"/>
                  </a:moveTo>
                  <a:lnTo>
                    <a:pt x="1173290" y="1259185"/>
                  </a:lnTo>
                  <a:lnTo>
                    <a:pt x="2346580" y="1635767"/>
                  </a:lnTo>
                  <a:lnTo>
                    <a:pt x="3519870" y="202001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107366" y="2216803"/>
              <a:ext cx="3519870" cy="1221052"/>
            </a:xfrm>
            <a:custGeom>
              <a:avLst/>
              <a:pathLst>
                <a:path w="3519870" h="1221052">
                  <a:moveTo>
                    <a:pt x="0" y="0"/>
                  </a:moveTo>
                  <a:lnTo>
                    <a:pt x="1173290" y="546134"/>
                  </a:lnTo>
                  <a:lnTo>
                    <a:pt x="2346580" y="21365"/>
                  </a:lnTo>
                  <a:lnTo>
                    <a:pt x="3519870" y="122105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107366" y="2298587"/>
              <a:ext cx="3519870" cy="645489"/>
            </a:xfrm>
            <a:custGeom>
              <a:avLst/>
              <a:pathLst>
                <a:path w="3519870" h="645489">
                  <a:moveTo>
                    <a:pt x="0" y="0"/>
                  </a:moveTo>
                  <a:lnTo>
                    <a:pt x="1173290" y="645489"/>
                  </a:lnTo>
                  <a:lnTo>
                    <a:pt x="2346580" y="239468"/>
                  </a:lnTo>
                  <a:lnTo>
                    <a:pt x="3519870" y="52417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107366" y="1882567"/>
              <a:ext cx="3519870" cy="1375051"/>
            </a:xfrm>
            <a:custGeom>
              <a:avLst/>
              <a:pathLst>
                <a:path w="3519870" h="1375051">
                  <a:moveTo>
                    <a:pt x="0" y="0"/>
                  </a:moveTo>
                  <a:lnTo>
                    <a:pt x="1173290" y="822217"/>
                  </a:lnTo>
                  <a:lnTo>
                    <a:pt x="2346580" y="866597"/>
                  </a:lnTo>
                  <a:lnTo>
                    <a:pt x="3519870" y="1375051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07366" y="2489845"/>
              <a:ext cx="3519870" cy="439996"/>
            </a:xfrm>
            <a:custGeom>
              <a:avLst/>
              <a:pathLst>
                <a:path w="3519870" h="439996">
                  <a:moveTo>
                    <a:pt x="0" y="439996"/>
                  </a:moveTo>
                  <a:lnTo>
                    <a:pt x="1173290" y="207498"/>
                  </a:lnTo>
                  <a:lnTo>
                    <a:pt x="2346580" y="37789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07366" y="2100696"/>
              <a:ext cx="3519870" cy="971733"/>
            </a:xfrm>
            <a:custGeom>
              <a:avLst/>
              <a:pathLst>
                <a:path w="3519870" h="971733">
                  <a:moveTo>
                    <a:pt x="0" y="671002"/>
                  </a:moveTo>
                  <a:lnTo>
                    <a:pt x="1173290" y="0"/>
                  </a:lnTo>
                  <a:lnTo>
                    <a:pt x="2346580" y="633374"/>
                  </a:lnTo>
                  <a:lnTo>
                    <a:pt x="3519870" y="97173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07366" y="2444048"/>
              <a:ext cx="3519870" cy="399939"/>
            </a:xfrm>
            <a:custGeom>
              <a:avLst/>
              <a:pathLst>
                <a:path w="3519870" h="399939">
                  <a:moveTo>
                    <a:pt x="0" y="0"/>
                  </a:moveTo>
                  <a:lnTo>
                    <a:pt x="1173290" y="97892"/>
                  </a:lnTo>
                  <a:lnTo>
                    <a:pt x="2346580" y="399939"/>
                  </a:lnTo>
                  <a:lnTo>
                    <a:pt x="3519870" y="33860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107366" y="2499723"/>
              <a:ext cx="3519870" cy="398979"/>
            </a:xfrm>
            <a:custGeom>
              <a:avLst/>
              <a:pathLst>
                <a:path w="3519870" h="398979">
                  <a:moveTo>
                    <a:pt x="0" y="117354"/>
                  </a:moveTo>
                  <a:lnTo>
                    <a:pt x="1173290" y="132432"/>
                  </a:lnTo>
                  <a:lnTo>
                    <a:pt x="2346580" y="0"/>
                  </a:lnTo>
                  <a:lnTo>
                    <a:pt x="3519870" y="39897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107366" y="2098437"/>
              <a:ext cx="3519870" cy="1520513"/>
            </a:xfrm>
            <a:custGeom>
              <a:avLst/>
              <a:pathLst>
                <a:path w="3519870" h="1520513">
                  <a:moveTo>
                    <a:pt x="0" y="0"/>
                  </a:moveTo>
                  <a:lnTo>
                    <a:pt x="1173290" y="392312"/>
                  </a:lnTo>
                  <a:lnTo>
                    <a:pt x="2346580" y="350088"/>
                  </a:lnTo>
                  <a:lnTo>
                    <a:pt x="3519870" y="152051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107366" y="2515649"/>
              <a:ext cx="3519870" cy="324955"/>
            </a:xfrm>
            <a:custGeom>
              <a:avLst/>
              <a:pathLst>
                <a:path w="3519870" h="324955">
                  <a:moveTo>
                    <a:pt x="0" y="212794"/>
                  </a:moveTo>
                  <a:lnTo>
                    <a:pt x="1173290" y="324955"/>
                  </a:lnTo>
                  <a:lnTo>
                    <a:pt x="2346580" y="0"/>
                  </a:lnTo>
                  <a:lnTo>
                    <a:pt x="3519870" y="2626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107366" y="2459752"/>
              <a:ext cx="3519870" cy="595858"/>
            </a:xfrm>
            <a:custGeom>
              <a:avLst/>
              <a:pathLst>
                <a:path w="3519870" h="595858">
                  <a:moveTo>
                    <a:pt x="0" y="112661"/>
                  </a:moveTo>
                  <a:lnTo>
                    <a:pt x="1173290" y="110284"/>
                  </a:lnTo>
                  <a:lnTo>
                    <a:pt x="2346580" y="0"/>
                  </a:lnTo>
                  <a:lnTo>
                    <a:pt x="3519870" y="59585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07366" y="1657112"/>
              <a:ext cx="3519870" cy="1516352"/>
            </a:xfrm>
            <a:custGeom>
              <a:avLst/>
              <a:pathLst>
                <a:path w="3519870" h="1516352">
                  <a:moveTo>
                    <a:pt x="0" y="0"/>
                  </a:moveTo>
                  <a:lnTo>
                    <a:pt x="1173290" y="1214169"/>
                  </a:lnTo>
                  <a:lnTo>
                    <a:pt x="2346580" y="1200031"/>
                  </a:lnTo>
                  <a:lnTo>
                    <a:pt x="3519870" y="151635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107366" y="2518980"/>
              <a:ext cx="3519870" cy="559036"/>
            </a:xfrm>
            <a:custGeom>
              <a:avLst/>
              <a:pathLst>
                <a:path w="3519870" h="559036">
                  <a:moveTo>
                    <a:pt x="0" y="559036"/>
                  </a:moveTo>
                  <a:lnTo>
                    <a:pt x="1173290" y="0"/>
                  </a:lnTo>
                  <a:lnTo>
                    <a:pt x="2346580" y="8930"/>
                  </a:lnTo>
                  <a:lnTo>
                    <a:pt x="3519870" y="2266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107366" y="2089626"/>
              <a:ext cx="3519870" cy="990217"/>
            </a:xfrm>
            <a:custGeom>
              <a:avLst/>
              <a:pathLst>
                <a:path w="3519870" h="990217">
                  <a:moveTo>
                    <a:pt x="0" y="693115"/>
                  </a:moveTo>
                  <a:lnTo>
                    <a:pt x="1173290" y="0"/>
                  </a:lnTo>
                  <a:lnTo>
                    <a:pt x="2346580" y="639092"/>
                  </a:lnTo>
                  <a:lnTo>
                    <a:pt x="3519870" y="99021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107366" y="2285179"/>
              <a:ext cx="3519870" cy="826771"/>
            </a:xfrm>
            <a:custGeom>
              <a:avLst/>
              <a:pathLst>
                <a:path w="3519870" h="826771">
                  <a:moveTo>
                    <a:pt x="0" y="100479"/>
                  </a:moveTo>
                  <a:lnTo>
                    <a:pt x="1173290" y="0"/>
                  </a:lnTo>
                  <a:lnTo>
                    <a:pt x="2346580" y="826771"/>
                  </a:lnTo>
                  <a:lnTo>
                    <a:pt x="3519870" y="53853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107366" y="1852111"/>
              <a:ext cx="3519870" cy="1351473"/>
            </a:xfrm>
            <a:custGeom>
              <a:avLst/>
              <a:pathLst>
                <a:path w="3519870" h="1351473">
                  <a:moveTo>
                    <a:pt x="0" y="1351473"/>
                  </a:moveTo>
                  <a:lnTo>
                    <a:pt x="1173290" y="1201601"/>
                  </a:lnTo>
                  <a:lnTo>
                    <a:pt x="2346580" y="654700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107366" y="2481749"/>
              <a:ext cx="3519870" cy="459765"/>
            </a:xfrm>
            <a:custGeom>
              <a:avLst/>
              <a:pathLst>
                <a:path w="3519870" h="459765">
                  <a:moveTo>
                    <a:pt x="0" y="199184"/>
                  </a:moveTo>
                  <a:lnTo>
                    <a:pt x="1173290" y="459765"/>
                  </a:lnTo>
                  <a:lnTo>
                    <a:pt x="2346580" y="0"/>
                  </a:lnTo>
                  <a:lnTo>
                    <a:pt x="3519870" y="3307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107366" y="2133353"/>
              <a:ext cx="3519870" cy="818623"/>
            </a:xfrm>
            <a:custGeom>
              <a:avLst/>
              <a:pathLst>
                <a:path w="3519870" h="818623">
                  <a:moveTo>
                    <a:pt x="0" y="599200"/>
                  </a:moveTo>
                  <a:lnTo>
                    <a:pt x="1173290" y="0"/>
                  </a:lnTo>
                  <a:lnTo>
                    <a:pt x="2346580" y="710465"/>
                  </a:lnTo>
                  <a:lnTo>
                    <a:pt x="3519870" y="81862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107366" y="2538641"/>
              <a:ext cx="3519870" cy="232378"/>
            </a:xfrm>
            <a:custGeom>
              <a:avLst/>
              <a:pathLst>
                <a:path w="3519870" h="232378">
                  <a:moveTo>
                    <a:pt x="0" y="207366"/>
                  </a:moveTo>
                  <a:lnTo>
                    <a:pt x="1173290" y="232378"/>
                  </a:lnTo>
                  <a:lnTo>
                    <a:pt x="2346580" y="33316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107366" y="1337143"/>
              <a:ext cx="3519870" cy="1859134"/>
            </a:xfrm>
            <a:custGeom>
              <a:avLst/>
              <a:pathLst>
                <a:path w="3519870" h="1859134">
                  <a:moveTo>
                    <a:pt x="0" y="0"/>
                  </a:moveTo>
                  <a:lnTo>
                    <a:pt x="1173290" y="1648139"/>
                  </a:lnTo>
                  <a:lnTo>
                    <a:pt x="2346580" y="1666784"/>
                  </a:lnTo>
                  <a:lnTo>
                    <a:pt x="3519870" y="1859134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107366" y="2348959"/>
              <a:ext cx="3519870" cy="479195"/>
            </a:xfrm>
            <a:custGeom>
              <a:avLst/>
              <a:pathLst>
                <a:path w="3519870" h="479195">
                  <a:moveTo>
                    <a:pt x="0" y="435193"/>
                  </a:moveTo>
                  <a:lnTo>
                    <a:pt x="1173290" y="351810"/>
                  </a:lnTo>
                  <a:lnTo>
                    <a:pt x="2346580" y="0"/>
                  </a:lnTo>
                  <a:lnTo>
                    <a:pt x="3519870" y="47919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107366" y="2195370"/>
              <a:ext cx="3519870" cy="1040753"/>
            </a:xfrm>
            <a:custGeom>
              <a:avLst/>
              <a:pathLst>
                <a:path w="3519870" h="1040753">
                  <a:moveTo>
                    <a:pt x="0" y="0"/>
                  </a:moveTo>
                  <a:lnTo>
                    <a:pt x="1173290" y="427501"/>
                  </a:lnTo>
                  <a:lnTo>
                    <a:pt x="2346580" y="380402"/>
                  </a:lnTo>
                  <a:lnTo>
                    <a:pt x="3519870" y="104075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107366" y="1459474"/>
              <a:ext cx="3519870" cy="1837744"/>
            </a:xfrm>
            <a:custGeom>
              <a:avLst/>
              <a:pathLst>
                <a:path w="3519870" h="1837744">
                  <a:moveTo>
                    <a:pt x="0" y="0"/>
                  </a:moveTo>
                  <a:lnTo>
                    <a:pt x="1173290" y="1387134"/>
                  </a:lnTo>
                  <a:lnTo>
                    <a:pt x="2346580" y="1484152"/>
                  </a:lnTo>
                  <a:lnTo>
                    <a:pt x="3519870" y="1837744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107366" y="2241685"/>
              <a:ext cx="3519870" cy="790912"/>
            </a:xfrm>
            <a:custGeom>
              <a:avLst/>
              <a:pathLst>
                <a:path w="3519870" h="790912">
                  <a:moveTo>
                    <a:pt x="0" y="683285"/>
                  </a:moveTo>
                  <a:lnTo>
                    <a:pt x="1173290" y="790912"/>
                  </a:lnTo>
                  <a:lnTo>
                    <a:pt x="2346580" y="181065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107366" y="2217196"/>
              <a:ext cx="3519870" cy="687094"/>
            </a:xfrm>
            <a:custGeom>
              <a:avLst/>
              <a:pathLst>
                <a:path w="3519870" h="687094">
                  <a:moveTo>
                    <a:pt x="0" y="0"/>
                  </a:moveTo>
                  <a:lnTo>
                    <a:pt x="1173290" y="608701"/>
                  </a:lnTo>
                  <a:lnTo>
                    <a:pt x="2346580" y="435830"/>
                  </a:lnTo>
                  <a:lnTo>
                    <a:pt x="3519870" y="687094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107366" y="2381040"/>
              <a:ext cx="3519870" cy="690378"/>
            </a:xfrm>
            <a:custGeom>
              <a:avLst/>
              <a:pathLst>
                <a:path w="3519870" h="690378">
                  <a:moveTo>
                    <a:pt x="0" y="356716"/>
                  </a:moveTo>
                  <a:lnTo>
                    <a:pt x="1173290" y="690378"/>
                  </a:lnTo>
                  <a:lnTo>
                    <a:pt x="2346580" y="0"/>
                  </a:lnTo>
                  <a:lnTo>
                    <a:pt x="3519870" y="47381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107366" y="2212643"/>
              <a:ext cx="3519870" cy="796202"/>
            </a:xfrm>
            <a:custGeom>
              <a:avLst/>
              <a:pathLst>
                <a:path w="3519870" h="796202">
                  <a:moveTo>
                    <a:pt x="0" y="796202"/>
                  </a:moveTo>
                  <a:lnTo>
                    <a:pt x="1173290" y="724506"/>
                  </a:lnTo>
                  <a:lnTo>
                    <a:pt x="2346580" y="257033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107366" y="2514752"/>
              <a:ext cx="3519870" cy="319913"/>
            </a:xfrm>
            <a:custGeom>
              <a:avLst/>
              <a:pathLst>
                <a:path w="3519870" h="319913">
                  <a:moveTo>
                    <a:pt x="0" y="77274"/>
                  </a:moveTo>
                  <a:lnTo>
                    <a:pt x="1173290" y="319913"/>
                  </a:lnTo>
                  <a:lnTo>
                    <a:pt x="2346580" y="0"/>
                  </a:lnTo>
                  <a:lnTo>
                    <a:pt x="3519870" y="168051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107366" y="2437642"/>
              <a:ext cx="3519870" cy="432180"/>
            </a:xfrm>
            <a:custGeom>
              <a:avLst/>
              <a:pathLst>
                <a:path w="3519870" h="432180">
                  <a:moveTo>
                    <a:pt x="0" y="0"/>
                  </a:moveTo>
                  <a:lnTo>
                    <a:pt x="1173290" y="203898"/>
                  </a:lnTo>
                  <a:lnTo>
                    <a:pt x="2346580" y="432180"/>
                  </a:lnTo>
                  <a:lnTo>
                    <a:pt x="3519870" y="21243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107366" y="1847029"/>
              <a:ext cx="3519870" cy="1301705"/>
            </a:xfrm>
            <a:custGeom>
              <a:avLst/>
              <a:pathLst>
                <a:path w="3519870" h="1301705">
                  <a:moveTo>
                    <a:pt x="0" y="0"/>
                  </a:moveTo>
                  <a:lnTo>
                    <a:pt x="1173290" y="1301705"/>
                  </a:lnTo>
                  <a:lnTo>
                    <a:pt x="2346580" y="696322"/>
                  </a:lnTo>
                  <a:lnTo>
                    <a:pt x="3519870" y="118519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107366" y="2408926"/>
              <a:ext cx="3519870" cy="481846"/>
            </a:xfrm>
            <a:custGeom>
              <a:avLst/>
              <a:pathLst>
                <a:path w="3519870" h="481846">
                  <a:moveTo>
                    <a:pt x="0" y="295529"/>
                  </a:moveTo>
                  <a:lnTo>
                    <a:pt x="1173290" y="481846"/>
                  </a:lnTo>
                  <a:lnTo>
                    <a:pt x="2346580" y="0"/>
                  </a:lnTo>
                  <a:lnTo>
                    <a:pt x="3519870" y="22032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2107366" y="2396255"/>
              <a:ext cx="3519870" cy="434187"/>
            </a:xfrm>
            <a:custGeom>
              <a:avLst/>
              <a:pathLst>
                <a:path w="3519870" h="434187">
                  <a:moveTo>
                    <a:pt x="0" y="377383"/>
                  </a:moveTo>
                  <a:lnTo>
                    <a:pt x="1173290" y="434187"/>
                  </a:lnTo>
                  <a:lnTo>
                    <a:pt x="2346580" y="0"/>
                  </a:lnTo>
                  <a:lnTo>
                    <a:pt x="3519870" y="24614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107366" y="2507102"/>
              <a:ext cx="3519870" cy="301676"/>
            </a:xfrm>
            <a:custGeom>
              <a:avLst/>
              <a:pathLst>
                <a:path w="3519870" h="301676">
                  <a:moveTo>
                    <a:pt x="0" y="62028"/>
                  </a:moveTo>
                  <a:lnTo>
                    <a:pt x="1173290" y="241475"/>
                  </a:lnTo>
                  <a:lnTo>
                    <a:pt x="2346580" y="0"/>
                  </a:lnTo>
                  <a:lnTo>
                    <a:pt x="3519870" y="30167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107366" y="2495082"/>
              <a:ext cx="3519870" cy="230103"/>
            </a:xfrm>
            <a:custGeom>
              <a:avLst/>
              <a:pathLst>
                <a:path w="3519870" h="230103">
                  <a:moveTo>
                    <a:pt x="0" y="0"/>
                  </a:moveTo>
                  <a:lnTo>
                    <a:pt x="1173290" y="183797"/>
                  </a:lnTo>
                  <a:lnTo>
                    <a:pt x="2346580" y="220418"/>
                  </a:lnTo>
                  <a:lnTo>
                    <a:pt x="3519870" y="23010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2107366" y="2153997"/>
              <a:ext cx="3519870" cy="1065893"/>
            </a:xfrm>
            <a:custGeom>
              <a:avLst/>
              <a:pathLst>
                <a:path w="3519870" h="1065893">
                  <a:moveTo>
                    <a:pt x="0" y="886461"/>
                  </a:moveTo>
                  <a:lnTo>
                    <a:pt x="1173290" y="1065893"/>
                  </a:lnTo>
                  <a:lnTo>
                    <a:pt x="2346580" y="0"/>
                  </a:lnTo>
                  <a:lnTo>
                    <a:pt x="3519870" y="6839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107366" y="2060462"/>
              <a:ext cx="3519870" cy="1220808"/>
            </a:xfrm>
            <a:custGeom>
              <a:avLst/>
              <a:pathLst>
                <a:path w="3519870" h="1220808">
                  <a:moveTo>
                    <a:pt x="0" y="646436"/>
                  </a:moveTo>
                  <a:lnTo>
                    <a:pt x="1173290" y="1220808"/>
                  </a:lnTo>
                  <a:lnTo>
                    <a:pt x="2346580" y="0"/>
                  </a:lnTo>
                  <a:lnTo>
                    <a:pt x="3519870" y="52471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107366" y="1374887"/>
              <a:ext cx="3519870" cy="2206297"/>
            </a:xfrm>
            <a:custGeom>
              <a:avLst/>
              <a:pathLst>
                <a:path w="3519870" h="2206297">
                  <a:moveTo>
                    <a:pt x="0" y="0"/>
                  </a:moveTo>
                  <a:lnTo>
                    <a:pt x="1173290" y="1258400"/>
                  </a:lnTo>
                  <a:lnTo>
                    <a:pt x="2346580" y="1599362"/>
                  </a:lnTo>
                  <a:lnTo>
                    <a:pt x="3519870" y="2206297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107366" y="1720869"/>
              <a:ext cx="3519870" cy="1623638"/>
            </a:xfrm>
            <a:custGeom>
              <a:avLst/>
              <a:pathLst>
                <a:path w="3519870" h="1623638">
                  <a:moveTo>
                    <a:pt x="0" y="0"/>
                  </a:moveTo>
                  <a:lnTo>
                    <a:pt x="1173290" y="1047380"/>
                  </a:lnTo>
                  <a:lnTo>
                    <a:pt x="2346580" y="1029263"/>
                  </a:lnTo>
                  <a:lnTo>
                    <a:pt x="3519870" y="162363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2107366" y="1614891"/>
              <a:ext cx="3519870" cy="1739268"/>
            </a:xfrm>
            <a:custGeom>
              <a:avLst/>
              <a:pathLst>
                <a:path w="3519870" h="1739268">
                  <a:moveTo>
                    <a:pt x="0" y="0"/>
                  </a:moveTo>
                  <a:lnTo>
                    <a:pt x="1173290" y="1148186"/>
                  </a:lnTo>
                  <a:lnTo>
                    <a:pt x="2346580" y="1224391"/>
                  </a:lnTo>
                  <a:lnTo>
                    <a:pt x="3519870" y="173926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2107366" y="1713671"/>
              <a:ext cx="3519870" cy="2189180"/>
            </a:xfrm>
            <a:custGeom>
              <a:avLst/>
              <a:pathLst>
                <a:path w="3519870" h="2189180">
                  <a:moveTo>
                    <a:pt x="0" y="2189180"/>
                  </a:moveTo>
                  <a:lnTo>
                    <a:pt x="1173290" y="1280375"/>
                  </a:lnTo>
                  <a:lnTo>
                    <a:pt x="2346580" y="0"/>
                  </a:lnTo>
                  <a:lnTo>
                    <a:pt x="3519870" y="40732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2107366" y="2444636"/>
              <a:ext cx="3519870" cy="649809"/>
            </a:xfrm>
            <a:custGeom>
              <a:avLst/>
              <a:pathLst>
                <a:path w="3519870" h="649809">
                  <a:moveTo>
                    <a:pt x="0" y="0"/>
                  </a:moveTo>
                  <a:lnTo>
                    <a:pt x="1173290" y="147796"/>
                  </a:lnTo>
                  <a:lnTo>
                    <a:pt x="2346580" y="69987"/>
                  </a:lnTo>
                  <a:lnTo>
                    <a:pt x="3519870" y="64980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107366" y="1728577"/>
              <a:ext cx="3519870" cy="1623205"/>
            </a:xfrm>
            <a:custGeom>
              <a:avLst/>
              <a:pathLst>
                <a:path w="3519870" h="1623205">
                  <a:moveTo>
                    <a:pt x="0" y="0"/>
                  </a:moveTo>
                  <a:lnTo>
                    <a:pt x="1173290" y="1020586"/>
                  </a:lnTo>
                  <a:lnTo>
                    <a:pt x="2346580" y="1027160"/>
                  </a:lnTo>
                  <a:lnTo>
                    <a:pt x="3519870" y="162320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107366" y="1714040"/>
              <a:ext cx="3519870" cy="1634899"/>
            </a:xfrm>
            <a:custGeom>
              <a:avLst/>
              <a:pathLst>
                <a:path w="3519870" h="1634899">
                  <a:moveTo>
                    <a:pt x="0" y="0"/>
                  </a:moveTo>
                  <a:lnTo>
                    <a:pt x="1173290" y="1058232"/>
                  </a:lnTo>
                  <a:lnTo>
                    <a:pt x="2346580" y="1034125"/>
                  </a:lnTo>
                  <a:lnTo>
                    <a:pt x="3519870" y="163489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107366" y="2373598"/>
              <a:ext cx="3519870" cy="519430"/>
            </a:xfrm>
            <a:custGeom>
              <a:avLst/>
              <a:pathLst>
                <a:path w="3519870" h="519430">
                  <a:moveTo>
                    <a:pt x="0" y="218994"/>
                  </a:moveTo>
                  <a:lnTo>
                    <a:pt x="1173290" y="519430"/>
                  </a:lnTo>
                  <a:lnTo>
                    <a:pt x="2346580" y="359662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107366" y="2066191"/>
              <a:ext cx="3519870" cy="1484638"/>
            </a:xfrm>
            <a:custGeom>
              <a:avLst/>
              <a:pathLst>
                <a:path w="3519870" h="1484638">
                  <a:moveTo>
                    <a:pt x="0" y="1484638"/>
                  </a:moveTo>
                  <a:lnTo>
                    <a:pt x="1173290" y="426938"/>
                  </a:lnTo>
                  <a:lnTo>
                    <a:pt x="2346580" y="0"/>
                  </a:lnTo>
                  <a:lnTo>
                    <a:pt x="3519870" y="55791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107366" y="2388198"/>
              <a:ext cx="3519870" cy="433121"/>
            </a:xfrm>
            <a:custGeom>
              <a:avLst/>
              <a:pathLst>
                <a:path w="3519870" h="433121">
                  <a:moveTo>
                    <a:pt x="0" y="243015"/>
                  </a:moveTo>
                  <a:lnTo>
                    <a:pt x="1173290" y="414426"/>
                  </a:lnTo>
                  <a:lnTo>
                    <a:pt x="2346580" y="0"/>
                  </a:lnTo>
                  <a:lnTo>
                    <a:pt x="3519870" y="433121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2107366" y="2357496"/>
              <a:ext cx="3519870" cy="556289"/>
            </a:xfrm>
            <a:custGeom>
              <a:avLst/>
              <a:pathLst>
                <a:path w="3519870" h="556289">
                  <a:moveTo>
                    <a:pt x="0" y="0"/>
                  </a:moveTo>
                  <a:lnTo>
                    <a:pt x="1173290" y="351303"/>
                  </a:lnTo>
                  <a:lnTo>
                    <a:pt x="2346580" y="181813"/>
                  </a:lnTo>
                  <a:lnTo>
                    <a:pt x="3519870" y="434025"/>
                  </a:lnTo>
                  <a:lnTo>
                    <a:pt x="3519870" y="556289"/>
                  </a:lnTo>
                  <a:lnTo>
                    <a:pt x="2346580" y="263297"/>
                  </a:lnTo>
                  <a:lnTo>
                    <a:pt x="1173290" y="428365"/>
                  </a:lnTo>
                  <a:lnTo>
                    <a:pt x="0" y="169465"/>
                  </a:lnTo>
                  <a:close/>
                </a:path>
              </a:pathLst>
            </a:custGeom>
            <a:solidFill>
              <a:srgbClr val="B3B3B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107366" y="2357496"/>
              <a:ext cx="3519870" cy="434025"/>
            </a:xfrm>
            <a:custGeom>
              <a:avLst/>
              <a:pathLst>
                <a:path w="3519870" h="434025">
                  <a:moveTo>
                    <a:pt x="0" y="0"/>
                  </a:moveTo>
                  <a:lnTo>
                    <a:pt x="1173290" y="351303"/>
                  </a:lnTo>
                  <a:lnTo>
                    <a:pt x="2346580" y="181813"/>
                  </a:lnTo>
                  <a:lnTo>
                    <a:pt x="3519870" y="4340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2107366" y="2526962"/>
              <a:ext cx="3519870" cy="386823"/>
            </a:xfrm>
            <a:custGeom>
              <a:avLst/>
              <a:pathLst>
                <a:path w="3519870" h="386823">
                  <a:moveTo>
                    <a:pt x="3519870" y="386823"/>
                  </a:moveTo>
                  <a:lnTo>
                    <a:pt x="2346580" y="93831"/>
                  </a:lnTo>
                  <a:lnTo>
                    <a:pt x="1173290" y="25889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2107366" y="2442229"/>
              <a:ext cx="3519870" cy="410424"/>
            </a:xfrm>
            <a:custGeom>
              <a:avLst/>
              <a:pathLst>
                <a:path w="3519870" h="410424">
                  <a:moveTo>
                    <a:pt x="0" y="0"/>
                  </a:moveTo>
                  <a:lnTo>
                    <a:pt x="1173290" y="305101"/>
                  </a:lnTo>
                  <a:lnTo>
                    <a:pt x="2346580" y="137822"/>
                  </a:lnTo>
                  <a:lnTo>
                    <a:pt x="3519870" y="410424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6"/>
            <p:cNvSpPr/>
            <p:nvPr/>
          </p:nvSpPr>
          <p:spPr>
            <a:xfrm>
              <a:off x="5682672" y="3328902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GC_N_B03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5682672" y="3337390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GC_N_B05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5682672" y="2722297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GC_N_B06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5682672" y="3157154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GC_N_B07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5694730" y="2389380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GC_N_B09_4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5682672" y="2971964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5688701" y="2682190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GC_N_B107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5682672" y="2798237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GC_N_B11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5688701" y="3518485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GC_N_B116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682672" y="2441449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GC_N_B12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682672" y="2955146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GC_N_B14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5682672" y="3073000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GC_N_B20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5682672" y="2441176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GC_N_B21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5694730" y="2979378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GC_N_B32_4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5682672" y="2723253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GC_N_B35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5682672" y="1751646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GC_N_B36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5694730" y="2414358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GC_N_B37_1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5682672" y="2851511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GC_N_B42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5694730" y="2438176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GC_N_B48_3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5682672" y="3095812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GC_N_B60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5682672" y="2727689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GC_N_B61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5682672" y="3135658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GC_N_B64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5694730" y="3196753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GC_N_B68_1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5682672" y="2141220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GC_N_B84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5682074" y="2803825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GC_P_B08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5688103" y="2327956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GC_P_B101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5700161" y="2112178"/>
              <a:ext cx="729245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GC_P_B103_1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5688103" y="2582338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GC_P_B109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5688103" y="2549612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GC_P_B111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5688103" y="2931761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GC_P_B114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5688103" y="2528783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GC_P_B123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688103" y="2541936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GC_P_B126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5682074" y="2708313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GC_P_B13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5688103" y="2624721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GC_P_B130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5682074" y="2121932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GC_P_B15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5682074" y="2484717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GC_P_B16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5682074" y="3480720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GC_P_B18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5682074" y="3244042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GC_P_B19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5682074" y="3253695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GC_P_B24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5682074" y="2020528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GC_P_B34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5682074" y="2993980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GC_P_B41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5694132" y="3251317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GC_P_B45_1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5682074" y="3248474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GC_P_B47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682074" y="2273133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GC_P_B51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694132" y="2523640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GC_P_B55_1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5694132" y="2720854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GC_P_B71_1</a:t>
              </a:r>
            </a:p>
          </p:txBody>
        </p:sp>
        <p:sp>
          <p:nvSpPr>
            <p:cNvPr id="103" name="rc102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1148183" y="3334605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185400" y="2615183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1185400" y="189576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185400" y="117633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08" name="pl107"/>
            <p:cNvSpPr/>
            <p:nvPr/>
          </p:nvSpPr>
          <p:spPr>
            <a:xfrm>
              <a:off x="1368597" y="3376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368597" y="2656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368597" y="19374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368597" y="12180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210736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28065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445394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562723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5"/>
            <p:cNvSpPr/>
            <p:nvPr/>
          </p:nvSpPr>
          <p:spPr>
            <a:xfrm rot="-2700000">
              <a:off x="1996906" y="4136793"/>
              <a:ext cx="1614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HC</a:t>
              </a:r>
            </a:p>
          </p:txBody>
        </p:sp>
        <p:sp>
          <p:nvSpPr>
            <p:cNvPr id="117" name="tx116"/>
            <p:cNvSpPr/>
            <p:nvPr/>
          </p:nvSpPr>
          <p:spPr>
            <a:xfrm rot="-2700000">
              <a:off x="3101259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BGD</a:t>
              </a:r>
            </a:p>
          </p:txBody>
        </p:sp>
        <p:sp>
          <p:nvSpPr>
            <p:cNvPr id="118" name="tx117"/>
            <p:cNvSpPr/>
            <p:nvPr/>
          </p:nvSpPr>
          <p:spPr>
            <a:xfrm rot="-2700000">
              <a:off x="427455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EGC</a:t>
              </a:r>
            </a:p>
          </p:txBody>
        </p:sp>
        <p:sp>
          <p:nvSpPr>
            <p:cNvPr id="119" name="tx118"/>
            <p:cNvSpPr/>
            <p:nvPr/>
          </p:nvSpPr>
          <p:spPr>
            <a:xfrm rot="-2700000">
              <a:off x="544784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AGC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3316039" y="4343611"/>
              <a:ext cx="1102524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Disease Progress</a:t>
              </a:r>
            </a:p>
          </p:txBody>
        </p:sp>
        <p:sp>
          <p:nvSpPr>
            <p:cNvPr id="121" name="tx120"/>
            <p:cNvSpPr/>
            <p:nvPr/>
          </p:nvSpPr>
          <p:spPr>
            <a:xfrm rot="-5400000">
              <a:off x="796437" y="2569179"/>
              <a:ext cx="47346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Z-score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1403392" y="946662"/>
              <a:ext cx="1462593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Cluster 5 Trajectory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2026-01-15T17:06:24Z</dcterms:modified>
  <cp:category/>
</cp:coreProperties>
</file>