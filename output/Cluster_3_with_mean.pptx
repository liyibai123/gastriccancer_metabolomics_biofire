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65547" y="1208857"/>
              <a:ext cx="4865663" cy="28222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60642" y="1337143"/>
              <a:ext cx="3475473" cy="2565708"/>
            </a:xfrm>
            <a:custGeom>
              <a:avLst/>
              <a:pathLst>
                <a:path w="3475473" h="2565708">
                  <a:moveTo>
                    <a:pt x="0" y="2565708"/>
                  </a:moveTo>
                  <a:lnTo>
                    <a:pt x="1158491" y="1702756"/>
                  </a:lnTo>
                  <a:lnTo>
                    <a:pt x="2316982" y="481299"/>
                  </a:lnTo>
                  <a:lnTo>
                    <a:pt x="3475473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60642" y="1702189"/>
              <a:ext cx="3475473" cy="1674074"/>
            </a:xfrm>
            <a:custGeom>
              <a:avLst/>
              <a:pathLst>
                <a:path w="3475473" h="1674074">
                  <a:moveTo>
                    <a:pt x="0" y="1674074"/>
                  </a:moveTo>
                  <a:lnTo>
                    <a:pt x="1158491" y="1262872"/>
                  </a:lnTo>
                  <a:lnTo>
                    <a:pt x="2316982" y="324060"/>
                  </a:lnTo>
                  <a:lnTo>
                    <a:pt x="3475473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160642" y="1337143"/>
              <a:ext cx="3475473" cy="2565708"/>
            </a:xfrm>
            <a:custGeom>
              <a:avLst/>
              <a:pathLst>
                <a:path w="3475473" h="2565708">
                  <a:moveTo>
                    <a:pt x="0" y="2039119"/>
                  </a:moveTo>
                  <a:lnTo>
                    <a:pt x="1158491" y="1627918"/>
                  </a:lnTo>
                  <a:lnTo>
                    <a:pt x="2316982" y="481299"/>
                  </a:lnTo>
                  <a:lnTo>
                    <a:pt x="3475473" y="0"/>
                  </a:lnTo>
                  <a:lnTo>
                    <a:pt x="3475473" y="365045"/>
                  </a:lnTo>
                  <a:lnTo>
                    <a:pt x="2316982" y="689106"/>
                  </a:lnTo>
                  <a:lnTo>
                    <a:pt x="1158491" y="1702756"/>
                  </a:lnTo>
                  <a:lnTo>
                    <a:pt x="0" y="2565708"/>
                  </a:lnTo>
                  <a:close/>
                </a:path>
              </a:pathLst>
            </a:custGeom>
            <a:solidFill>
              <a:srgbClr val="B3B3B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160642" y="1337143"/>
              <a:ext cx="3475473" cy="2039119"/>
            </a:xfrm>
            <a:custGeom>
              <a:avLst/>
              <a:pathLst>
                <a:path w="3475473" h="2039119">
                  <a:moveTo>
                    <a:pt x="0" y="2039119"/>
                  </a:moveTo>
                  <a:lnTo>
                    <a:pt x="1158491" y="1627918"/>
                  </a:lnTo>
                  <a:lnTo>
                    <a:pt x="2316982" y="481299"/>
                  </a:lnTo>
                  <a:lnTo>
                    <a:pt x="347547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60642" y="1702189"/>
              <a:ext cx="3475473" cy="2200663"/>
            </a:xfrm>
            <a:custGeom>
              <a:avLst/>
              <a:pathLst>
                <a:path w="3475473" h="2200663">
                  <a:moveTo>
                    <a:pt x="3475473" y="0"/>
                  </a:moveTo>
                  <a:lnTo>
                    <a:pt x="2316982" y="324060"/>
                  </a:lnTo>
                  <a:lnTo>
                    <a:pt x="1158491" y="1337710"/>
                  </a:lnTo>
                  <a:lnTo>
                    <a:pt x="0" y="22006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60642" y="1519666"/>
              <a:ext cx="3475473" cy="2119891"/>
            </a:xfrm>
            <a:custGeom>
              <a:avLst/>
              <a:pathLst>
                <a:path w="3475473" h="2119891">
                  <a:moveTo>
                    <a:pt x="0" y="2119891"/>
                  </a:moveTo>
                  <a:lnTo>
                    <a:pt x="1158491" y="1482814"/>
                  </a:lnTo>
                  <a:lnTo>
                    <a:pt x="2316982" y="402679"/>
                  </a:lnTo>
                  <a:lnTo>
                    <a:pt x="3475473" y="0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691552" y="1236678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GC_N_B23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5691552" y="1601723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GC_N_B38</a:t>
              </a:r>
            </a:p>
          </p:txBody>
        </p:sp>
        <p:sp>
          <p:nvSpPr>
            <p:cNvPr id="15" name="rc14"/>
            <p:cNvSpPr/>
            <p:nvPr/>
          </p:nvSpPr>
          <p:spPr>
            <a:xfrm>
              <a:off x="1465547" y="1208857"/>
              <a:ext cx="4865663" cy="2822279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1148183" y="3867944"/>
              <a:ext cx="254734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148183" y="3168199"/>
              <a:ext cx="254734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185400" y="246845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185400" y="176870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430753" y="39096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30753" y="32098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30753" y="2510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30753" y="18104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160642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319133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477624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563611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 rot="-2700000">
              <a:off x="2050182" y="4136793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29" name="tx28"/>
            <p:cNvSpPr/>
            <p:nvPr/>
          </p:nvSpPr>
          <p:spPr>
            <a:xfrm rot="-2700000">
              <a:off x="3139737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30" name="tx29"/>
            <p:cNvSpPr/>
            <p:nvPr/>
          </p:nvSpPr>
          <p:spPr>
            <a:xfrm rot="-2700000">
              <a:off x="4298228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31" name="tx30"/>
            <p:cNvSpPr/>
            <p:nvPr/>
          </p:nvSpPr>
          <p:spPr>
            <a:xfrm rot="-2700000">
              <a:off x="5456719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347116" y="4343611"/>
              <a:ext cx="1102524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Disease Progress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796437" y="2569179"/>
              <a:ext cx="47346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Z-score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465547" y="946662"/>
              <a:ext cx="14625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 3 Trajectory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2026-01-15T17:06:24Z</dcterms:modified>
  <cp:category/>
</cp:coreProperties>
</file>