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400800" cy="4572000"/>
            <a:chOff x="914400" y="914400"/>
            <a:chExt cx="6400800" cy="4572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4008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4008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3666949" y="0"/>
                  </a:lnTo>
                  <a:lnTo>
                    <a:pt x="3116907" y="0"/>
                  </a:lnTo>
                  <a:lnTo>
                    <a:pt x="2933559" y="24959"/>
                  </a:lnTo>
                  <a:lnTo>
                    <a:pt x="2697827" y="24959"/>
                  </a:lnTo>
                  <a:lnTo>
                    <a:pt x="2488287" y="49918"/>
                  </a:lnTo>
                  <a:lnTo>
                    <a:pt x="2200169" y="74878"/>
                  </a:lnTo>
                  <a:lnTo>
                    <a:pt x="1912052" y="99837"/>
                  </a:lnTo>
                  <a:lnTo>
                    <a:pt x="1728704" y="124797"/>
                  </a:lnTo>
                  <a:lnTo>
                    <a:pt x="1545357" y="174715"/>
                  </a:lnTo>
                  <a:lnTo>
                    <a:pt x="1414394" y="224634"/>
                  </a:lnTo>
                  <a:lnTo>
                    <a:pt x="1257239" y="249594"/>
                  </a:lnTo>
                  <a:lnTo>
                    <a:pt x="1126277" y="324472"/>
                  </a:lnTo>
                  <a:lnTo>
                    <a:pt x="969122" y="449269"/>
                  </a:lnTo>
                  <a:lnTo>
                    <a:pt x="759582" y="524147"/>
                  </a:lnTo>
                  <a:lnTo>
                    <a:pt x="628619" y="623985"/>
                  </a:lnTo>
                  <a:lnTo>
                    <a:pt x="471464" y="673904"/>
                  </a:lnTo>
                  <a:lnTo>
                    <a:pt x="366694" y="823660"/>
                  </a:lnTo>
                  <a:lnTo>
                    <a:pt x="340502" y="973417"/>
                  </a:lnTo>
                  <a:lnTo>
                    <a:pt x="235732" y="1173092"/>
                  </a:lnTo>
                  <a:lnTo>
                    <a:pt x="209539" y="1322849"/>
                  </a:lnTo>
                  <a:lnTo>
                    <a:pt x="209539" y="1522524"/>
                  </a:lnTo>
                  <a:lnTo>
                    <a:pt x="183347" y="1672280"/>
                  </a:lnTo>
                  <a:lnTo>
                    <a:pt x="157154" y="1996753"/>
                  </a:lnTo>
                  <a:lnTo>
                    <a:pt x="104769" y="2321225"/>
                  </a:lnTo>
                  <a:lnTo>
                    <a:pt x="26192" y="2720576"/>
                  </a:lnTo>
                  <a:lnTo>
                    <a:pt x="0" y="3818790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81259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50296" y="0"/>
                  </a:lnTo>
                  <a:lnTo>
                    <a:pt x="3824104" y="0"/>
                  </a:lnTo>
                  <a:lnTo>
                    <a:pt x="3797911" y="0"/>
                  </a:lnTo>
                  <a:lnTo>
                    <a:pt x="3771719" y="0"/>
                  </a:lnTo>
                  <a:lnTo>
                    <a:pt x="3745526" y="0"/>
                  </a:lnTo>
                  <a:lnTo>
                    <a:pt x="3719334" y="0"/>
                  </a:lnTo>
                  <a:lnTo>
                    <a:pt x="3693141" y="0"/>
                  </a:lnTo>
                  <a:lnTo>
                    <a:pt x="3666949" y="0"/>
                  </a:lnTo>
                  <a:lnTo>
                    <a:pt x="3640756" y="0"/>
                  </a:lnTo>
                  <a:lnTo>
                    <a:pt x="3614564" y="0"/>
                  </a:lnTo>
                  <a:lnTo>
                    <a:pt x="3588371" y="0"/>
                  </a:lnTo>
                  <a:lnTo>
                    <a:pt x="3562179" y="0"/>
                  </a:lnTo>
                  <a:lnTo>
                    <a:pt x="3535986" y="0"/>
                  </a:lnTo>
                  <a:lnTo>
                    <a:pt x="3509794" y="0"/>
                  </a:lnTo>
                  <a:lnTo>
                    <a:pt x="3483601" y="0"/>
                  </a:lnTo>
                  <a:lnTo>
                    <a:pt x="3457409" y="0"/>
                  </a:lnTo>
                  <a:lnTo>
                    <a:pt x="3431216" y="0"/>
                  </a:lnTo>
                  <a:lnTo>
                    <a:pt x="3405024" y="0"/>
                  </a:lnTo>
                  <a:lnTo>
                    <a:pt x="3378831" y="0"/>
                  </a:lnTo>
                  <a:lnTo>
                    <a:pt x="3352639" y="0"/>
                  </a:lnTo>
                  <a:lnTo>
                    <a:pt x="3326446" y="0"/>
                  </a:lnTo>
                  <a:lnTo>
                    <a:pt x="3300254" y="0"/>
                  </a:lnTo>
                  <a:lnTo>
                    <a:pt x="3274061" y="0"/>
                  </a:lnTo>
                  <a:lnTo>
                    <a:pt x="3247869" y="0"/>
                  </a:lnTo>
                  <a:lnTo>
                    <a:pt x="3247869" y="24959"/>
                  </a:lnTo>
                  <a:lnTo>
                    <a:pt x="3221676" y="24959"/>
                  </a:lnTo>
                  <a:lnTo>
                    <a:pt x="3195484" y="24959"/>
                  </a:lnTo>
                  <a:lnTo>
                    <a:pt x="3169292" y="24959"/>
                  </a:lnTo>
                  <a:lnTo>
                    <a:pt x="3143099" y="24959"/>
                  </a:lnTo>
                  <a:lnTo>
                    <a:pt x="3116907" y="24959"/>
                  </a:lnTo>
                  <a:lnTo>
                    <a:pt x="3090714" y="24959"/>
                  </a:lnTo>
                  <a:lnTo>
                    <a:pt x="3064522" y="24959"/>
                  </a:lnTo>
                  <a:lnTo>
                    <a:pt x="3038329" y="24959"/>
                  </a:lnTo>
                  <a:lnTo>
                    <a:pt x="3012137" y="24959"/>
                  </a:lnTo>
                  <a:lnTo>
                    <a:pt x="2985944" y="24959"/>
                  </a:lnTo>
                  <a:lnTo>
                    <a:pt x="2959752" y="24959"/>
                  </a:lnTo>
                  <a:lnTo>
                    <a:pt x="2933559" y="24959"/>
                  </a:lnTo>
                  <a:lnTo>
                    <a:pt x="2907367" y="24959"/>
                  </a:lnTo>
                  <a:lnTo>
                    <a:pt x="2881174" y="24959"/>
                  </a:lnTo>
                  <a:lnTo>
                    <a:pt x="2854982" y="24959"/>
                  </a:lnTo>
                  <a:lnTo>
                    <a:pt x="2828789" y="24959"/>
                  </a:lnTo>
                  <a:lnTo>
                    <a:pt x="2802597" y="24959"/>
                  </a:lnTo>
                  <a:lnTo>
                    <a:pt x="2776404" y="24959"/>
                  </a:lnTo>
                  <a:lnTo>
                    <a:pt x="2750212" y="24959"/>
                  </a:lnTo>
                  <a:lnTo>
                    <a:pt x="2724019" y="24959"/>
                  </a:lnTo>
                  <a:lnTo>
                    <a:pt x="2697827" y="24959"/>
                  </a:lnTo>
                  <a:lnTo>
                    <a:pt x="2671634" y="24959"/>
                  </a:lnTo>
                  <a:lnTo>
                    <a:pt x="2645442" y="24959"/>
                  </a:lnTo>
                  <a:lnTo>
                    <a:pt x="2619249" y="24959"/>
                  </a:lnTo>
                  <a:lnTo>
                    <a:pt x="2593057" y="24959"/>
                  </a:lnTo>
                  <a:lnTo>
                    <a:pt x="2566864" y="24959"/>
                  </a:lnTo>
                  <a:lnTo>
                    <a:pt x="2540672" y="24959"/>
                  </a:lnTo>
                  <a:lnTo>
                    <a:pt x="2514479" y="24959"/>
                  </a:lnTo>
                  <a:lnTo>
                    <a:pt x="2488287" y="24959"/>
                  </a:lnTo>
                  <a:lnTo>
                    <a:pt x="2462094" y="24959"/>
                  </a:lnTo>
                  <a:lnTo>
                    <a:pt x="2435902" y="24959"/>
                  </a:lnTo>
                  <a:lnTo>
                    <a:pt x="2409709" y="24959"/>
                  </a:lnTo>
                  <a:lnTo>
                    <a:pt x="2383517" y="24959"/>
                  </a:lnTo>
                  <a:lnTo>
                    <a:pt x="2357324" y="24959"/>
                  </a:lnTo>
                  <a:lnTo>
                    <a:pt x="2357324" y="49918"/>
                  </a:lnTo>
                  <a:lnTo>
                    <a:pt x="2331132" y="49918"/>
                  </a:lnTo>
                  <a:lnTo>
                    <a:pt x="2304939" y="49918"/>
                  </a:lnTo>
                  <a:lnTo>
                    <a:pt x="2278747" y="49918"/>
                  </a:lnTo>
                  <a:lnTo>
                    <a:pt x="2278747" y="74878"/>
                  </a:lnTo>
                  <a:lnTo>
                    <a:pt x="2252554" y="74878"/>
                  </a:lnTo>
                  <a:lnTo>
                    <a:pt x="2226362" y="74878"/>
                  </a:lnTo>
                  <a:lnTo>
                    <a:pt x="2200169" y="74878"/>
                  </a:lnTo>
                  <a:lnTo>
                    <a:pt x="2173977" y="74878"/>
                  </a:lnTo>
                  <a:lnTo>
                    <a:pt x="2147784" y="74878"/>
                  </a:lnTo>
                  <a:lnTo>
                    <a:pt x="2121592" y="74878"/>
                  </a:lnTo>
                  <a:lnTo>
                    <a:pt x="2095399" y="74878"/>
                  </a:lnTo>
                  <a:lnTo>
                    <a:pt x="2069207" y="74878"/>
                  </a:lnTo>
                  <a:lnTo>
                    <a:pt x="2043014" y="74878"/>
                  </a:lnTo>
                  <a:lnTo>
                    <a:pt x="2016822" y="74878"/>
                  </a:lnTo>
                  <a:lnTo>
                    <a:pt x="1990629" y="74878"/>
                  </a:lnTo>
                  <a:lnTo>
                    <a:pt x="1964437" y="74878"/>
                  </a:lnTo>
                  <a:lnTo>
                    <a:pt x="1938244" y="74878"/>
                  </a:lnTo>
                  <a:lnTo>
                    <a:pt x="1912052" y="74878"/>
                  </a:lnTo>
                  <a:lnTo>
                    <a:pt x="1885859" y="74878"/>
                  </a:lnTo>
                  <a:lnTo>
                    <a:pt x="1859667" y="74878"/>
                  </a:lnTo>
                  <a:lnTo>
                    <a:pt x="1833474" y="74878"/>
                  </a:lnTo>
                  <a:lnTo>
                    <a:pt x="1807282" y="74878"/>
                  </a:lnTo>
                  <a:lnTo>
                    <a:pt x="1781089" y="74878"/>
                  </a:lnTo>
                  <a:lnTo>
                    <a:pt x="1754897" y="74878"/>
                  </a:lnTo>
                  <a:lnTo>
                    <a:pt x="1728704" y="74878"/>
                  </a:lnTo>
                  <a:lnTo>
                    <a:pt x="1702512" y="74878"/>
                  </a:lnTo>
                  <a:lnTo>
                    <a:pt x="1676319" y="74878"/>
                  </a:lnTo>
                  <a:lnTo>
                    <a:pt x="1650127" y="74878"/>
                  </a:lnTo>
                  <a:lnTo>
                    <a:pt x="1650127" y="99837"/>
                  </a:lnTo>
                  <a:lnTo>
                    <a:pt x="1623934" y="99837"/>
                  </a:lnTo>
                  <a:lnTo>
                    <a:pt x="1623934" y="124797"/>
                  </a:lnTo>
                  <a:lnTo>
                    <a:pt x="1597742" y="124797"/>
                  </a:lnTo>
                  <a:lnTo>
                    <a:pt x="1571549" y="124797"/>
                  </a:lnTo>
                  <a:lnTo>
                    <a:pt x="1571549" y="149756"/>
                  </a:lnTo>
                  <a:lnTo>
                    <a:pt x="1545357" y="149756"/>
                  </a:lnTo>
                  <a:lnTo>
                    <a:pt x="1519164" y="149756"/>
                  </a:lnTo>
                  <a:lnTo>
                    <a:pt x="1492972" y="149756"/>
                  </a:lnTo>
                  <a:lnTo>
                    <a:pt x="1466779" y="149756"/>
                  </a:lnTo>
                  <a:lnTo>
                    <a:pt x="1440587" y="149756"/>
                  </a:lnTo>
                  <a:lnTo>
                    <a:pt x="1414394" y="149756"/>
                  </a:lnTo>
                  <a:lnTo>
                    <a:pt x="1388202" y="149756"/>
                  </a:lnTo>
                  <a:lnTo>
                    <a:pt x="1362009" y="149756"/>
                  </a:lnTo>
                  <a:lnTo>
                    <a:pt x="1335817" y="149756"/>
                  </a:lnTo>
                  <a:lnTo>
                    <a:pt x="1309624" y="149756"/>
                  </a:lnTo>
                  <a:lnTo>
                    <a:pt x="1309624" y="174715"/>
                  </a:lnTo>
                  <a:lnTo>
                    <a:pt x="1283432" y="174715"/>
                  </a:lnTo>
                  <a:lnTo>
                    <a:pt x="1257239" y="174715"/>
                  </a:lnTo>
                  <a:lnTo>
                    <a:pt x="1231047" y="174715"/>
                  </a:lnTo>
                  <a:lnTo>
                    <a:pt x="1204854" y="174715"/>
                  </a:lnTo>
                  <a:lnTo>
                    <a:pt x="1178662" y="174715"/>
                  </a:lnTo>
                  <a:lnTo>
                    <a:pt x="1152469" y="174715"/>
                  </a:lnTo>
                  <a:lnTo>
                    <a:pt x="1126277" y="174715"/>
                  </a:lnTo>
                  <a:lnTo>
                    <a:pt x="1100084" y="174715"/>
                  </a:lnTo>
                  <a:lnTo>
                    <a:pt x="1100084" y="199675"/>
                  </a:lnTo>
                  <a:lnTo>
                    <a:pt x="1073892" y="199675"/>
                  </a:lnTo>
                  <a:lnTo>
                    <a:pt x="1047699" y="199675"/>
                  </a:lnTo>
                  <a:lnTo>
                    <a:pt x="1047699" y="224634"/>
                  </a:lnTo>
                  <a:lnTo>
                    <a:pt x="1021507" y="224634"/>
                  </a:lnTo>
                  <a:lnTo>
                    <a:pt x="995314" y="224634"/>
                  </a:lnTo>
                  <a:lnTo>
                    <a:pt x="969122" y="224634"/>
                  </a:lnTo>
                  <a:lnTo>
                    <a:pt x="969122" y="249594"/>
                  </a:lnTo>
                  <a:lnTo>
                    <a:pt x="942929" y="249594"/>
                  </a:lnTo>
                  <a:lnTo>
                    <a:pt x="916737" y="249594"/>
                  </a:lnTo>
                  <a:lnTo>
                    <a:pt x="890544" y="249594"/>
                  </a:lnTo>
                  <a:lnTo>
                    <a:pt x="864352" y="249594"/>
                  </a:lnTo>
                  <a:lnTo>
                    <a:pt x="838159" y="249594"/>
                  </a:lnTo>
                  <a:lnTo>
                    <a:pt x="811967" y="249594"/>
                  </a:lnTo>
                  <a:lnTo>
                    <a:pt x="811967" y="274553"/>
                  </a:lnTo>
                  <a:lnTo>
                    <a:pt x="785774" y="274553"/>
                  </a:lnTo>
                  <a:lnTo>
                    <a:pt x="785774" y="299512"/>
                  </a:lnTo>
                  <a:lnTo>
                    <a:pt x="759582" y="299512"/>
                  </a:lnTo>
                  <a:lnTo>
                    <a:pt x="733389" y="299512"/>
                  </a:lnTo>
                  <a:lnTo>
                    <a:pt x="707197" y="299512"/>
                  </a:lnTo>
                  <a:lnTo>
                    <a:pt x="681004" y="299512"/>
                  </a:lnTo>
                  <a:lnTo>
                    <a:pt x="654812" y="299512"/>
                  </a:lnTo>
                  <a:lnTo>
                    <a:pt x="654812" y="324472"/>
                  </a:lnTo>
                  <a:lnTo>
                    <a:pt x="628619" y="324472"/>
                  </a:lnTo>
                  <a:lnTo>
                    <a:pt x="628619" y="349431"/>
                  </a:lnTo>
                  <a:lnTo>
                    <a:pt x="602427" y="349431"/>
                  </a:lnTo>
                  <a:lnTo>
                    <a:pt x="576234" y="349431"/>
                  </a:lnTo>
                  <a:lnTo>
                    <a:pt x="576234" y="374391"/>
                  </a:lnTo>
                  <a:lnTo>
                    <a:pt x="576234" y="399350"/>
                  </a:lnTo>
                  <a:lnTo>
                    <a:pt x="550042" y="399350"/>
                  </a:lnTo>
                  <a:lnTo>
                    <a:pt x="523849" y="399350"/>
                  </a:lnTo>
                  <a:lnTo>
                    <a:pt x="523849" y="424310"/>
                  </a:lnTo>
                  <a:lnTo>
                    <a:pt x="497657" y="424310"/>
                  </a:lnTo>
                  <a:lnTo>
                    <a:pt x="471464" y="424310"/>
                  </a:lnTo>
                  <a:lnTo>
                    <a:pt x="471464" y="449269"/>
                  </a:lnTo>
                  <a:lnTo>
                    <a:pt x="471464" y="474228"/>
                  </a:lnTo>
                  <a:lnTo>
                    <a:pt x="471464" y="499188"/>
                  </a:lnTo>
                  <a:lnTo>
                    <a:pt x="471464" y="524147"/>
                  </a:lnTo>
                  <a:lnTo>
                    <a:pt x="471464" y="549107"/>
                  </a:lnTo>
                  <a:lnTo>
                    <a:pt x="471464" y="574066"/>
                  </a:lnTo>
                  <a:lnTo>
                    <a:pt x="445272" y="574066"/>
                  </a:lnTo>
                  <a:lnTo>
                    <a:pt x="419079" y="574066"/>
                  </a:lnTo>
                  <a:lnTo>
                    <a:pt x="392887" y="574066"/>
                  </a:lnTo>
                  <a:lnTo>
                    <a:pt x="392887" y="599025"/>
                  </a:lnTo>
                  <a:lnTo>
                    <a:pt x="366694" y="599025"/>
                  </a:lnTo>
                  <a:lnTo>
                    <a:pt x="366694" y="623985"/>
                  </a:lnTo>
                  <a:lnTo>
                    <a:pt x="366694" y="648944"/>
                  </a:lnTo>
                  <a:lnTo>
                    <a:pt x="366694" y="673904"/>
                  </a:lnTo>
                  <a:lnTo>
                    <a:pt x="340502" y="673904"/>
                  </a:lnTo>
                  <a:lnTo>
                    <a:pt x="340502" y="698863"/>
                  </a:lnTo>
                  <a:lnTo>
                    <a:pt x="340502" y="723823"/>
                  </a:lnTo>
                  <a:lnTo>
                    <a:pt x="314309" y="723823"/>
                  </a:lnTo>
                  <a:lnTo>
                    <a:pt x="314309" y="748782"/>
                  </a:lnTo>
                  <a:lnTo>
                    <a:pt x="314309" y="773741"/>
                  </a:lnTo>
                  <a:lnTo>
                    <a:pt x="314309" y="798701"/>
                  </a:lnTo>
                  <a:lnTo>
                    <a:pt x="314309" y="823660"/>
                  </a:lnTo>
                  <a:lnTo>
                    <a:pt x="314309" y="848620"/>
                  </a:lnTo>
                  <a:lnTo>
                    <a:pt x="288117" y="848620"/>
                  </a:lnTo>
                  <a:lnTo>
                    <a:pt x="288117" y="873579"/>
                  </a:lnTo>
                  <a:lnTo>
                    <a:pt x="261924" y="873579"/>
                  </a:lnTo>
                  <a:lnTo>
                    <a:pt x="261924" y="898538"/>
                  </a:lnTo>
                  <a:lnTo>
                    <a:pt x="235732" y="898538"/>
                  </a:lnTo>
                  <a:lnTo>
                    <a:pt x="235732" y="923498"/>
                  </a:lnTo>
                  <a:lnTo>
                    <a:pt x="235732" y="948457"/>
                  </a:lnTo>
                  <a:lnTo>
                    <a:pt x="235732" y="973417"/>
                  </a:lnTo>
                  <a:lnTo>
                    <a:pt x="235732" y="998376"/>
                  </a:lnTo>
                  <a:lnTo>
                    <a:pt x="235732" y="1023336"/>
                  </a:lnTo>
                  <a:lnTo>
                    <a:pt x="235732" y="1048295"/>
                  </a:lnTo>
                  <a:lnTo>
                    <a:pt x="235732" y="1073254"/>
                  </a:lnTo>
                  <a:lnTo>
                    <a:pt x="235732" y="1098214"/>
                  </a:lnTo>
                  <a:lnTo>
                    <a:pt x="209539" y="1098214"/>
                  </a:lnTo>
                  <a:lnTo>
                    <a:pt x="209539" y="1123173"/>
                  </a:lnTo>
                  <a:lnTo>
                    <a:pt x="209539" y="1148133"/>
                  </a:lnTo>
                  <a:lnTo>
                    <a:pt x="209539" y="1173092"/>
                  </a:lnTo>
                  <a:lnTo>
                    <a:pt x="209539" y="1198051"/>
                  </a:lnTo>
                  <a:lnTo>
                    <a:pt x="209539" y="1223011"/>
                  </a:lnTo>
                  <a:lnTo>
                    <a:pt x="209539" y="1247970"/>
                  </a:lnTo>
                  <a:lnTo>
                    <a:pt x="209539" y="1272930"/>
                  </a:lnTo>
                  <a:lnTo>
                    <a:pt x="209539" y="1297889"/>
                  </a:lnTo>
                  <a:lnTo>
                    <a:pt x="209539" y="1322849"/>
                  </a:lnTo>
                  <a:lnTo>
                    <a:pt x="209539" y="1347808"/>
                  </a:lnTo>
                  <a:lnTo>
                    <a:pt x="209539" y="1372767"/>
                  </a:lnTo>
                  <a:lnTo>
                    <a:pt x="209539" y="1397727"/>
                  </a:lnTo>
                  <a:lnTo>
                    <a:pt x="209539" y="1422686"/>
                  </a:lnTo>
                  <a:lnTo>
                    <a:pt x="209539" y="1447646"/>
                  </a:lnTo>
                  <a:lnTo>
                    <a:pt x="209539" y="1472605"/>
                  </a:lnTo>
                  <a:lnTo>
                    <a:pt x="183347" y="1472605"/>
                  </a:lnTo>
                  <a:lnTo>
                    <a:pt x="183347" y="1497564"/>
                  </a:lnTo>
                  <a:lnTo>
                    <a:pt x="183347" y="1522524"/>
                  </a:lnTo>
                  <a:lnTo>
                    <a:pt x="183347" y="1547483"/>
                  </a:lnTo>
                  <a:lnTo>
                    <a:pt x="183347" y="1572443"/>
                  </a:lnTo>
                  <a:lnTo>
                    <a:pt x="183347" y="1597402"/>
                  </a:lnTo>
                  <a:lnTo>
                    <a:pt x="157154" y="1597402"/>
                  </a:lnTo>
                  <a:lnTo>
                    <a:pt x="157154" y="1622361"/>
                  </a:lnTo>
                  <a:lnTo>
                    <a:pt x="157154" y="1647321"/>
                  </a:lnTo>
                  <a:lnTo>
                    <a:pt x="157154" y="1672280"/>
                  </a:lnTo>
                  <a:lnTo>
                    <a:pt x="157154" y="1697240"/>
                  </a:lnTo>
                  <a:lnTo>
                    <a:pt x="157154" y="1722199"/>
                  </a:lnTo>
                  <a:lnTo>
                    <a:pt x="130962" y="1722199"/>
                  </a:lnTo>
                  <a:lnTo>
                    <a:pt x="104769" y="1722199"/>
                  </a:lnTo>
                  <a:lnTo>
                    <a:pt x="104769" y="1747159"/>
                  </a:lnTo>
                  <a:lnTo>
                    <a:pt x="104769" y="1772118"/>
                  </a:lnTo>
                  <a:lnTo>
                    <a:pt x="104769" y="1797077"/>
                  </a:lnTo>
                  <a:lnTo>
                    <a:pt x="104769" y="1822037"/>
                  </a:lnTo>
                  <a:lnTo>
                    <a:pt x="104769" y="1846996"/>
                  </a:lnTo>
                  <a:lnTo>
                    <a:pt x="104769" y="1871956"/>
                  </a:lnTo>
                  <a:lnTo>
                    <a:pt x="104769" y="1896915"/>
                  </a:lnTo>
                  <a:lnTo>
                    <a:pt x="104769" y="1921874"/>
                  </a:lnTo>
                  <a:lnTo>
                    <a:pt x="104769" y="1946834"/>
                  </a:lnTo>
                  <a:lnTo>
                    <a:pt x="104769" y="1971793"/>
                  </a:lnTo>
                  <a:lnTo>
                    <a:pt x="78577" y="1971793"/>
                  </a:lnTo>
                  <a:lnTo>
                    <a:pt x="78577" y="1996753"/>
                  </a:lnTo>
                  <a:lnTo>
                    <a:pt x="78577" y="2021712"/>
                  </a:lnTo>
                  <a:lnTo>
                    <a:pt x="78577" y="2046672"/>
                  </a:lnTo>
                  <a:lnTo>
                    <a:pt x="52384" y="2046672"/>
                  </a:lnTo>
                  <a:lnTo>
                    <a:pt x="52384" y="2071631"/>
                  </a:lnTo>
                  <a:lnTo>
                    <a:pt x="52384" y="2096590"/>
                  </a:lnTo>
                  <a:lnTo>
                    <a:pt x="52384" y="2121550"/>
                  </a:lnTo>
                  <a:lnTo>
                    <a:pt x="26192" y="2121550"/>
                  </a:lnTo>
                  <a:lnTo>
                    <a:pt x="26192" y="2146509"/>
                  </a:lnTo>
                  <a:lnTo>
                    <a:pt x="26192" y="2171469"/>
                  </a:lnTo>
                  <a:lnTo>
                    <a:pt x="26192" y="2196428"/>
                  </a:lnTo>
                  <a:lnTo>
                    <a:pt x="26192" y="2221387"/>
                  </a:lnTo>
                  <a:lnTo>
                    <a:pt x="26192" y="2246347"/>
                  </a:lnTo>
                  <a:lnTo>
                    <a:pt x="26192" y="2271306"/>
                  </a:lnTo>
                  <a:lnTo>
                    <a:pt x="26192" y="2296266"/>
                  </a:lnTo>
                  <a:lnTo>
                    <a:pt x="26192" y="2321225"/>
                  </a:lnTo>
                  <a:lnTo>
                    <a:pt x="26192" y="2346185"/>
                  </a:lnTo>
                  <a:lnTo>
                    <a:pt x="26192" y="2371144"/>
                  </a:lnTo>
                  <a:lnTo>
                    <a:pt x="26192" y="2396103"/>
                  </a:lnTo>
                  <a:lnTo>
                    <a:pt x="26192" y="2421063"/>
                  </a:lnTo>
                  <a:lnTo>
                    <a:pt x="26192" y="2446022"/>
                  </a:lnTo>
                  <a:lnTo>
                    <a:pt x="26192" y="2470982"/>
                  </a:lnTo>
                  <a:lnTo>
                    <a:pt x="26192" y="2495941"/>
                  </a:lnTo>
                  <a:lnTo>
                    <a:pt x="26192" y="2520900"/>
                  </a:lnTo>
                  <a:lnTo>
                    <a:pt x="26192" y="2545860"/>
                  </a:lnTo>
                  <a:lnTo>
                    <a:pt x="26192" y="2570819"/>
                  </a:lnTo>
                  <a:lnTo>
                    <a:pt x="26192" y="2595779"/>
                  </a:lnTo>
                  <a:lnTo>
                    <a:pt x="26192" y="2620738"/>
                  </a:lnTo>
                  <a:lnTo>
                    <a:pt x="26192" y="2645698"/>
                  </a:lnTo>
                  <a:lnTo>
                    <a:pt x="26192" y="2670657"/>
                  </a:lnTo>
                  <a:lnTo>
                    <a:pt x="26192" y="2695616"/>
                  </a:lnTo>
                  <a:lnTo>
                    <a:pt x="26192" y="2720576"/>
                  </a:lnTo>
                  <a:lnTo>
                    <a:pt x="26192" y="2745535"/>
                  </a:lnTo>
                  <a:lnTo>
                    <a:pt x="26192" y="2770495"/>
                  </a:lnTo>
                  <a:lnTo>
                    <a:pt x="26192" y="2795454"/>
                  </a:lnTo>
                  <a:lnTo>
                    <a:pt x="26192" y="2820413"/>
                  </a:lnTo>
                  <a:lnTo>
                    <a:pt x="26192" y="2845373"/>
                  </a:lnTo>
                  <a:lnTo>
                    <a:pt x="26192" y="2870332"/>
                  </a:lnTo>
                  <a:lnTo>
                    <a:pt x="26192" y="2895292"/>
                  </a:lnTo>
                  <a:lnTo>
                    <a:pt x="26192" y="2920251"/>
                  </a:lnTo>
                  <a:lnTo>
                    <a:pt x="26192" y="2945211"/>
                  </a:lnTo>
                  <a:lnTo>
                    <a:pt x="26192" y="2970170"/>
                  </a:lnTo>
                  <a:lnTo>
                    <a:pt x="26192" y="2995129"/>
                  </a:lnTo>
                  <a:lnTo>
                    <a:pt x="26192" y="3020089"/>
                  </a:lnTo>
                  <a:lnTo>
                    <a:pt x="26192" y="3045048"/>
                  </a:lnTo>
                  <a:lnTo>
                    <a:pt x="26192" y="3070008"/>
                  </a:lnTo>
                  <a:lnTo>
                    <a:pt x="26192" y="3094967"/>
                  </a:lnTo>
                  <a:lnTo>
                    <a:pt x="26192" y="3119926"/>
                  </a:lnTo>
                  <a:lnTo>
                    <a:pt x="26192" y="3144886"/>
                  </a:lnTo>
                  <a:lnTo>
                    <a:pt x="26192" y="3169845"/>
                  </a:lnTo>
                  <a:lnTo>
                    <a:pt x="0" y="3169845"/>
                  </a:lnTo>
                  <a:lnTo>
                    <a:pt x="0" y="3169845"/>
                  </a:lnTo>
                  <a:lnTo>
                    <a:pt x="0" y="3194805"/>
                  </a:lnTo>
                  <a:lnTo>
                    <a:pt x="0" y="3219764"/>
                  </a:lnTo>
                  <a:lnTo>
                    <a:pt x="0" y="3244723"/>
                  </a:lnTo>
                  <a:lnTo>
                    <a:pt x="0" y="3269683"/>
                  </a:lnTo>
                  <a:lnTo>
                    <a:pt x="0" y="3294642"/>
                  </a:lnTo>
                  <a:lnTo>
                    <a:pt x="0" y="3319602"/>
                  </a:lnTo>
                  <a:lnTo>
                    <a:pt x="0" y="3344561"/>
                  </a:lnTo>
                  <a:lnTo>
                    <a:pt x="0" y="3369521"/>
                  </a:lnTo>
                  <a:lnTo>
                    <a:pt x="0" y="3394480"/>
                  </a:lnTo>
                  <a:lnTo>
                    <a:pt x="0" y="3419439"/>
                  </a:lnTo>
                  <a:lnTo>
                    <a:pt x="0" y="3444399"/>
                  </a:lnTo>
                  <a:lnTo>
                    <a:pt x="0" y="3469358"/>
                  </a:lnTo>
                  <a:lnTo>
                    <a:pt x="0" y="3494318"/>
                  </a:lnTo>
                  <a:lnTo>
                    <a:pt x="0" y="3519277"/>
                  </a:lnTo>
                  <a:lnTo>
                    <a:pt x="0" y="3544236"/>
                  </a:lnTo>
                  <a:lnTo>
                    <a:pt x="0" y="3569196"/>
                  </a:lnTo>
                  <a:lnTo>
                    <a:pt x="0" y="3594155"/>
                  </a:lnTo>
                  <a:lnTo>
                    <a:pt x="0" y="3619115"/>
                  </a:lnTo>
                  <a:lnTo>
                    <a:pt x="0" y="3644074"/>
                  </a:lnTo>
                  <a:lnTo>
                    <a:pt x="0" y="3669034"/>
                  </a:lnTo>
                  <a:lnTo>
                    <a:pt x="0" y="3693993"/>
                  </a:lnTo>
                  <a:lnTo>
                    <a:pt x="0" y="3718952"/>
                  </a:lnTo>
                  <a:lnTo>
                    <a:pt x="0" y="3743912"/>
                  </a:lnTo>
                  <a:lnTo>
                    <a:pt x="0" y="3768871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72B2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3405024" y="0"/>
                  </a:lnTo>
                  <a:lnTo>
                    <a:pt x="3326446" y="0"/>
                  </a:lnTo>
                  <a:lnTo>
                    <a:pt x="3195484" y="0"/>
                  </a:lnTo>
                  <a:lnTo>
                    <a:pt x="3169292" y="24959"/>
                  </a:lnTo>
                  <a:lnTo>
                    <a:pt x="3090714" y="24959"/>
                  </a:lnTo>
                  <a:lnTo>
                    <a:pt x="3064522" y="24959"/>
                  </a:lnTo>
                  <a:lnTo>
                    <a:pt x="2933559" y="24959"/>
                  </a:lnTo>
                  <a:lnTo>
                    <a:pt x="2854982" y="24959"/>
                  </a:lnTo>
                  <a:lnTo>
                    <a:pt x="2776404" y="24959"/>
                  </a:lnTo>
                  <a:lnTo>
                    <a:pt x="2750212" y="24959"/>
                  </a:lnTo>
                  <a:lnTo>
                    <a:pt x="2750212" y="49918"/>
                  </a:lnTo>
                  <a:lnTo>
                    <a:pt x="2645442" y="49918"/>
                  </a:lnTo>
                  <a:lnTo>
                    <a:pt x="2619249" y="49918"/>
                  </a:lnTo>
                  <a:lnTo>
                    <a:pt x="2593057" y="49918"/>
                  </a:lnTo>
                  <a:lnTo>
                    <a:pt x="2593057" y="74878"/>
                  </a:lnTo>
                  <a:lnTo>
                    <a:pt x="2566864" y="74878"/>
                  </a:lnTo>
                  <a:lnTo>
                    <a:pt x="2462094" y="74878"/>
                  </a:lnTo>
                  <a:lnTo>
                    <a:pt x="2383517" y="74878"/>
                  </a:lnTo>
                  <a:lnTo>
                    <a:pt x="2357324" y="74878"/>
                  </a:lnTo>
                  <a:lnTo>
                    <a:pt x="2304939" y="99837"/>
                  </a:lnTo>
                  <a:lnTo>
                    <a:pt x="2226362" y="99837"/>
                  </a:lnTo>
                  <a:lnTo>
                    <a:pt x="2200169" y="99837"/>
                  </a:lnTo>
                  <a:lnTo>
                    <a:pt x="2173977" y="99837"/>
                  </a:lnTo>
                  <a:lnTo>
                    <a:pt x="2147784" y="99837"/>
                  </a:lnTo>
                  <a:lnTo>
                    <a:pt x="2043014" y="99837"/>
                  </a:lnTo>
                  <a:lnTo>
                    <a:pt x="1990629" y="99837"/>
                  </a:lnTo>
                  <a:lnTo>
                    <a:pt x="1964437" y="99837"/>
                  </a:lnTo>
                  <a:lnTo>
                    <a:pt x="1938244" y="99837"/>
                  </a:lnTo>
                  <a:lnTo>
                    <a:pt x="1912052" y="99837"/>
                  </a:lnTo>
                  <a:lnTo>
                    <a:pt x="1859667" y="99837"/>
                  </a:lnTo>
                  <a:lnTo>
                    <a:pt x="1807282" y="124797"/>
                  </a:lnTo>
                  <a:lnTo>
                    <a:pt x="1754897" y="124797"/>
                  </a:lnTo>
                  <a:lnTo>
                    <a:pt x="1728704" y="124797"/>
                  </a:lnTo>
                  <a:lnTo>
                    <a:pt x="1702512" y="124797"/>
                  </a:lnTo>
                  <a:lnTo>
                    <a:pt x="1702512" y="149756"/>
                  </a:lnTo>
                  <a:lnTo>
                    <a:pt x="1676319" y="174715"/>
                  </a:lnTo>
                  <a:lnTo>
                    <a:pt x="1623934" y="174715"/>
                  </a:lnTo>
                  <a:lnTo>
                    <a:pt x="1571549" y="174715"/>
                  </a:lnTo>
                  <a:lnTo>
                    <a:pt x="1519164" y="174715"/>
                  </a:lnTo>
                  <a:lnTo>
                    <a:pt x="1492972" y="174715"/>
                  </a:lnTo>
                  <a:lnTo>
                    <a:pt x="1466779" y="174715"/>
                  </a:lnTo>
                  <a:lnTo>
                    <a:pt x="1440587" y="199675"/>
                  </a:lnTo>
                  <a:lnTo>
                    <a:pt x="1362009" y="199675"/>
                  </a:lnTo>
                  <a:lnTo>
                    <a:pt x="1362009" y="224634"/>
                  </a:lnTo>
                  <a:lnTo>
                    <a:pt x="1335817" y="224634"/>
                  </a:lnTo>
                  <a:lnTo>
                    <a:pt x="1283432" y="224634"/>
                  </a:lnTo>
                  <a:lnTo>
                    <a:pt x="1257239" y="224634"/>
                  </a:lnTo>
                  <a:lnTo>
                    <a:pt x="1231047" y="224634"/>
                  </a:lnTo>
                  <a:lnTo>
                    <a:pt x="1178662" y="224634"/>
                  </a:lnTo>
                  <a:lnTo>
                    <a:pt x="1178662" y="249594"/>
                  </a:lnTo>
                  <a:lnTo>
                    <a:pt x="1152469" y="249594"/>
                  </a:lnTo>
                  <a:lnTo>
                    <a:pt x="1126277" y="249594"/>
                  </a:lnTo>
                  <a:lnTo>
                    <a:pt x="1073892" y="249594"/>
                  </a:lnTo>
                  <a:lnTo>
                    <a:pt x="1073892" y="274553"/>
                  </a:lnTo>
                  <a:lnTo>
                    <a:pt x="1047699" y="274553"/>
                  </a:lnTo>
                  <a:lnTo>
                    <a:pt x="995314" y="274553"/>
                  </a:lnTo>
                  <a:lnTo>
                    <a:pt x="969122" y="274553"/>
                  </a:lnTo>
                  <a:lnTo>
                    <a:pt x="942929" y="299512"/>
                  </a:lnTo>
                  <a:lnTo>
                    <a:pt x="942929" y="324472"/>
                  </a:lnTo>
                  <a:lnTo>
                    <a:pt x="942929" y="349431"/>
                  </a:lnTo>
                  <a:lnTo>
                    <a:pt x="942929" y="374391"/>
                  </a:lnTo>
                  <a:lnTo>
                    <a:pt x="916737" y="374391"/>
                  </a:lnTo>
                  <a:lnTo>
                    <a:pt x="916737" y="399350"/>
                  </a:lnTo>
                  <a:lnTo>
                    <a:pt x="890544" y="399350"/>
                  </a:lnTo>
                  <a:lnTo>
                    <a:pt x="890544" y="449269"/>
                  </a:lnTo>
                  <a:lnTo>
                    <a:pt x="864352" y="449269"/>
                  </a:lnTo>
                  <a:lnTo>
                    <a:pt x="838159" y="449269"/>
                  </a:lnTo>
                  <a:lnTo>
                    <a:pt x="811967" y="449269"/>
                  </a:lnTo>
                  <a:lnTo>
                    <a:pt x="733389" y="449269"/>
                  </a:lnTo>
                  <a:lnTo>
                    <a:pt x="707197" y="449269"/>
                  </a:lnTo>
                  <a:lnTo>
                    <a:pt x="681004" y="449269"/>
                  </a:lnTo>
                  <a:lnTo>
                    <a:pt x="654812" y="474228"/>
                  </a:lnTo>
                  <a:lnTo>
                    <a:pt x="628619" y="474228"/>
                  </a:lnTo>
                  <a:lnTo>
                    <a:pt x="628619" y="499188"/>
                  </a:lnTo>
                  <a:lnTo>
                    <a:pt x="576234" y="499188"/>
                  </a:lnTo>
                  <a:lnTo>
                    <a:pt x="550042" y="499188"/>
                  </a:lnTo>
                  <a:lnTo>
                    <a:pt x="550042" y="524147"/>
                  </a:lnTo>
                  <a:lnTo>
                    <a:pt x="523849" y="524147"/>
                  </a:lnTo>
                  <a:lnTo>
                    <a:pt x="497657" y="524147"/>
                  </a:lnTo>
                  <a:lnTo>
                    <a:pt x="497657" y="549107"/>
                  </a:lnTo>
                  <a:lnTo>
                    <a:pt x="497657" y="574066"/>
                  </a:lnTo>
                  <a:lnTo>
                    <a:pt x="497657" y="599025"/>
                  </a:lnTo>
                  <a:lnTo>
                    <a:pt x="471464" y="599025"/>
                  </a:lnTo>
                  <a:lnTo>
                    <a:pt x="471464" y="623985"/>
                  </a:lnTo>
                  <a:lnTo>
                    <a:pt x="445272" y="898538"/>
                  </a:lnTo>
                  <a:lnTo>
                    <a:pt x="445272" y="923498"/>
                  </a:lnTo>
                  <a:lnTo>
                    <a:pt x="419079" y="923498"/>
                  </a:lnTo>
                  <a:lnTo>
                    <a:pt x="419079" y="948457"/>
                  </a:lnTo>
                  <a:lnTo>
                    <a:pt x="392887" y="948457"/>
                  </a:lnTo>
                  <a:lnTo>
                    <a:pt x="392887" y="973417"/>
                  </a:lnTo>
                  <a:lnTo>
                    <a:pt x="392887" y="998376"/>
                  </a:lnTo>
                  <a:lnTo>
                    <a:pt x="392887" y="1023336"/>
                  </a:lnTo>
                  <a:lnTo>
                    <a:pt x="392887" y="1073254"/>
                  </a:lnTo>
                  <a:lnTo>
                    <a:pt x="392887" y="1098214"/>
                  </a:lnTo>
                  <a:lnTo>
                    <a:pt x="366694" y="1098214"/>
                  </a:lnTo>
                  <a:lnTo>
                    <a:pt x="340502" y="1173092"/>
                  </a:lnTo>
                  <a:lnTo>
                    <a:pt x="314309" y="1173092"/>
                  </a:lnTo>
                  <a:lnTo>
                    <a:pt x="314309" y="1198051"/>
                  </a:lnTo>
                  <a:lnTo>
                    <a:pt x="288117" y="1198051"/>
                  </a:lnTo>
                  <a:lnTo>
                    <a:pt x="235732" y="1223011"/>
                  </a:lnTo>
                  <a:lnTo>
                    <a:pt x="209539" y="1322849"/>
                  </a:lnTo>
                  <a:lnTo>
                    <a:pt x="209539" y="1347808"/>
                  </a:lnTo>
                  <a:lnTo>
                    <a:pt x="183347" y="1347808"/>
                  </a:lnTo>
                  <a:lnTo>
                    <a:pt x="157154" y="1422686"/>
                  </a:lnTo>
                  <a:lnTo>
                    <a:pt x="104769" y="1572443"/>
                  </a:lnTo>
                  <a:lnTo>
                    <a:pt x="104769" y="1597402"/>
                  </a:lnTo>
                  <a:lnTo>
                    <a:pt x="104769" y="1622361"/>
                  </a:lnTo>
                  <a:lnTo>
                    <a:pt x="104769" y="1747159"/>
                  </a:lnTo>
                  <a:lnTo>
                    <a:pt x="104769" y="1946834"/>
                  </a:lnTo>
                  <a:lnTo>
                    <a:pt x="104769" y="1971793"/>
                  </a:lnTo>
                  <a:lnTo>
                    <a:pt x="104769" y="2146509"/>
                  </a:lnTo>
                  <a:lnTo>
                    <a:pt x="78577" y="2346185"/>
                  </a:lnTo>
                  <a:lnTo>
                    <a:pt x="0" y="3818790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4F9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81259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50296" y="0"/>
                  </a:lnTo>
                  <a:lnTo>
                    <a:pt x="3824104" y="0"/>
                  </a:lnTo>
                  <a:lnTo>
                    <a:pt x="3797911" y="0"/>
                  </a:lnTo>
                  <a:lnTo>
                    <a:pt x="3771719" y="0"/>
                  </a:lnTo>
                  <a:lnTo>
                    <a:pt x="3745526" y="0"/>
                  </a:lnTo>
                  <a:lnTo>
                    <a:pt x="3719334" y="0"/>
                  </a:lnTo>
                  <a:lnTo>
                    <a:pt x="3719334" y="24959"/>
                  </a:lnTo>
                  <a:lnTo>
                    <a:pt x="3719334" y="49918"/>
                  </a:lnTo>
                  <a:lnTo>
                    <a:pt x="3693141" y="49918"/>
                  </a:lnTo>
                  <a:lnTo>
                    <a:pt x="3666949" y="49918"/>
                  </a:lnTo>
                  <a:lnTo>
                    <a:pt x="3640756" y="49918"/>
                  </a:lnTo>
                  <a:lnTo>
                    <a:pt x="3614564" y="49918"/>
                  </a:lnTo>
                  <a:lnTo>
                    <a:pt x="3588371" y="49918"/>
                  </a:lnTo>
                  <a:lnTo>
                    <a:pt x="3562179" y="49918"/>
                  </a:lnTo>
                  <a:lnTo>
                    <a:pt x="3535986" y="49918"/>
                  </a:lnTo>
                  <a:lnTo>
                    <a:pt x="3535986" y="74878"/>
                  </a:lnTo>
                  <a:lnTo>
                    <a:pt x="3509794" y="74878"/>
                  </a:lnTo>
                  <a:lnTo>
                    <a:pt x="3483601" y="74878"/>
                  </a:lnTo>
                  <a:lnTo>
                    <a:pt x="3457409" y="74878"/>
                  </a:lnTo>
                  <a:lnTo>
                    <a:pt x="3457409" y="99837"/>
                  </a:lnTo>
                  <a:lnTo>
                    <a:pt x="3431216" y="99837"/>
                  </a:lnTo>
                  <a:lnTo>
                    <a:pt x="3405024" y="99837"/>
                  </a:lnTo>
                  <a:lnTo>
                    <a:pt x="3378831" y="99837"/>
                  </a:lnTo>
                  <a:lnTo>
                    <a:pt x="3352639" y="99837"/>
                  </a:lnTo>
                  <a:lnTo>
                    <a:pt x="3326446" y="99837"/>
                  </a:lnTo>
                  <a:lnTo>
                    <a:pt x="3300254" y="99837"/>
                  </a:lnTo>
                  <a:lnTo>
                    <a:pt x="3274061" y="99837"/>
                  </a:lnTo>
                  <a:lnTo>
                    <a:pt x="3274061" y="124797"/>
                  </a:lnTo>
                  <a:lnTo>
                    <a:pt x="3247869" y="124797"/>
                  </a:lnTo>
                  <a:lnTo>
                    <a:pt x="3221676" y="124797"/>
                  </a:lnTo>
                  <a:lnTo>
                    <a:pt x="3195484" y="124797"/>
                  </a:lnTo>
                  <a:lnTo>
                    <a:pt x="3169292" y="124797"/>
                  </a:lnTo>
                  <a:lnTo>
                    <a:pt x="3143099" y="124797"/>
                  </a:lnTo>
                  <a:lnTo>
                    <a:pt x="3116907" y="124797"/>
                  </a:lnTo>
                  <a:lnTo>
                    <a:pt x="3090714" y="124797"/>
                  </a:lnTo>
                  <a:lnTo>
                    <a:pt x="3064522" y="124797"/>
                  </a:lnTo>
                  <a:lnTo>
                    <a:pt x="3038329" y="124797"/>
                  </a:lnTo>
                  <a:lnTo>
                    <a:pt x="3012137" y="124797"/>
                  </a:lnTo>
                  <a:lnTo>
                    <a:pt x="2985944" y="124797"/>
                  </a:lnTo>
                  <a:lnTo>
                    <a:pt x="2959752" y="124797"/>
                  </a:lnTo>
                  <a:lnTo>
                    <a:pt x="2933559" y="124797"/>
                  </a:lnTo>
                  <a:lnTo>
                    <a:pt x="2907367" y="124797"/>
                  </a:lnTo>
                  <a:lnTo>
                    <a:pt x="2881174" y="124797"/>
                  </a:lnTo>
                  <a:lnTo>
                    <a:pt x="2854982" y="124797"/>
                  </a:lnTo>
                  <a:lnTo>
                    <a:pt x="2828789" y="124797"/>
                  </a:lnTo>
                  <a:lnTo>
                    <a:pt x="2802597" y="124797"/>
                  </a:lnTo>
                  <a:lnTo>
                    <a:pt x="2776404" y="124797"/>
                  </a:lnTo>
                  <a:lnTo>
                    <a:pt x="2750212" y="124797"/>
                  </a:lnTo>
                  <a:lnTo>
                    <a:pt x="2750212" y="149756"/>
                  </a:lnTo>
                  <a:lnTo>
                    <a:pt x="2724019" y="149756"/>
                  </a:lnTo>
                  <a:lnTo>
                    <a:pt x="2697827" y="149756"/>
                  </a:lnTo>
                  <a:lnTo>
                    <a:pt x="2697827" y="174715"/>
                  </a:lnTo>
                  <a:lnTo>
                    <a:pt x="2671634" y="174715"/>
                  </a:lnTo>
                  <a:lnTo>
                    <a:pt x="2645442" y="174715"/>
                  </a:lnTo>
                  <a:lnTo>
                    <a:pt x="2619249" y="174715"/>
                  </a:lnTo>
                  <a:lnTo>
                    <a:pt x="2593057" y="174715"/>
                  </a:lnTo>
                  <a:lnTo>
                    <a:pt x="2566864" y="174715"/>
                  </a:lnTo>
                  <a:lnTo>
                    <a:pt x="2540672" y="174715"/>
                  </a:lnTo>
                  <a:lnTo>
                    <a:pt x="2514479" y="174715"/>
                  </a:lnTo>
                  <a:lnTo>
                    <a:pt x="2488287" y="174715"/>
                  </a:lnTo>
                  <a:lnTo>
                    <a:pt x="2462094" y="174715"/>
                  </a:lnTo>
                  <a:lnTo>
                    <a:pt x="2435902" y="174715"/>
                  </a:lnTo>
                  <a:lnTo>
                    <a:pt x="2409709" y="174715"/>
                  </a:lnTo>
                  <a:lnTo>
                    <a:pt x="2383517" y="174715"/>
                  </a:lnTo>
                  <a:lnTo>
                    <a:pt x="2357324" y="174715"/>
                  </a:lnTo>
                  <a:lnTo>
                    <a:pt x="2331132" y="174715"/>
                  </a:lnTo>
                  <a:lnTo>
                    <a:pt x="2304939" y="174715"/>
                  </a:lnTo>
                  <a:lnTo>
                    <a:pt x="2278747" y="174715"/>
                  </a:lnTo>
                  <a:lnTo>
                    <a:pt x="2252554" y="174715"/>
                  </a:lnTo>
                  <a:lnTo>
                    <a:pt x="2226362" y="174715"/>
                  </a:lnTo>
                  <a:lnTo>
                    <a:pt x="2200169" y="174715"/>
                  </a:lnTo>
                  <a:lnTo>
                    <a:pt x="2173977" y="174715"/>
                  </a:lnTo>
                  <a:lnTo>
                    <a:pt x="2147784" y="174715"/>
                  </a:lnTo>
                  <a:lnTo>
                    <a:pt x="2121592" y="174715"/>
                  </a:lnTo>
                  <a:lnTo>
                    <a:pt x="2095399" y="174715"/>
                  </a:lnTo>
                  <a:lnTo>
                    <a:pt x="2095399" y="199675"/>
                  </a:lnTo>
                  <a:lnTo>
                    <a:pt x="2069207" y="199675"/>
                  </a:lnTo>
                  <a:lnTo>
                    <a:pt x="2043014" y="199675"/>
                  </a:lnTo>
                  <a:lnTo>
                    <a:pt x="2016822" y="199675"/>
                  </a:lnTo>
                  <a:lnTo>
                    <a:pt x="1990629" y="199675"/>
                  </a:lnTo>
                  <a:lnTo>
                    <a:pt x="1964437" y="199675"/>
                  </a:lnTo>
                  <a:lnTo>
                    <a:pt x="1964437" y="224634"/>
                  </a:lnTo>
                  <a:lnTo>
                    <a:pt x="1938244" y="224634"/>
                  </a:lnTo>
                  <a:lnTo>
                    <a:pt x="1912052" y="224634"/>
                  </a:lnTo>
                  <a:lnTo>
                    <a:pt x="1912052" y="249594"/>
                  </a:lnTo>
                  <a:lnTo>
                    <a:pt x="1885859" y="249594"/>
                  </a:lnTo>
                  <a:lnTo>
                    <a:pt x="1859667" y="249594"/>
                  </a:lnTo>
                  <a:lnTo>
                    <a:pt x="1833474" y="249594"/>
                  </a:lnTo>
                  <a:lnTo>
                    <a:pt x="1807282" y="249594"/>
                  </a:lnTo>
                  <a:lnTo>
                    <a:pt x="1781089" y="249594"/>
                  </a:lnTo>
                  <a:lnTo>
                    <a:pt x="1754897" y="249594"/>
                  </a:lnTo>
                  <a:lnTo>
                    <a:pt x="1728704" y="249594"/>
                  </a:lnTo>
                  <a:lnTo>
                    <a:pt x="1702512" y="249594"/>
                  </a:lnTo>
                  <a:lnTo>
                    <a:pt x="1702512" y="274553"/>
                  </a:lnTo>
                  <a:lnTo>
                    <a:pt x="1702512" y="299512"/>
                  </a:lnTo>
                  <a:lnTo>
                    <a:pt x="1676319" y="299512"/>
                  </a:lnTo>
                  <a:lnTo>
                    <a:pt x="1650127" y="299512"/>
                  </a:lnTo>
                  <a:lnTo>
                    <a:pt x="1650127" y="324472"/>
                  </a:lnTo>
                  <a:lnTo>
                    <a:pt x="1623934" y="324472"/>
                  </a:lnTo>
                  <a:lnTo>
                    <a:pt x="1597742" y="324472"/>
                  </a:lnTo>
                  <a:lnTo>
                    <a:pt x="1571549" y="324472"/>
                  </a:lnTo>
                  <a:lnTo>
                    <a:pt x="1545357" y="324472"/>
                  </a:lnTo>
                  <a:lnTo>
                    <a:pt x="1519164" y="324472"/>
                  </a:lnTo>
                  <a:lnTo>
                    <a:pt x="1492972" y="324472"/>
                  </a:lnTo>
                  <a:lnTo>
                    <a:pt x="1466779" y="324472"/>
                  </a:lnTo>
                  <a:lnTo>
                    <a:pt x="1440587" y="324472"/>
                  </a:lnTo>
                  <a:lnTo>
                    <a:pt x="1414394" y="324472"/>
                  </a:lnTo>
                  <a:lnTo>
                    <a:pt x="1414394" y="349431"/>
                  </a:lnTo>
                  <a:lnTo>
                    <a:pt x="1388202" y="349431"/>
                  </a:lnTo>
                  <a:lnTo>
                    <a:pt x="1362009" y="349431"/>
                  </a:lnTo>
                  <a:lnTo>
                    <a:pt x="1335817" y="349431"/>
                  </a:lnTo>
                  <a:lnTo>
                    <a:pt x="1309624" y="349431"/>
                  </a:lnTo>
                  <a:lnTo>
                    <a:pt x="1283432" y="349431"/>
                  </a:lnTo>
                  <a:lnTo>
                    <a:pt x="1257239" y="349431"/>
                  </a:lnTo>
                  <a:lnTo>
                    <a:pt x="1231047" y="349431"/>
                  </a:lnTo>
                  <a:lnTo>
                    <a:pt x="1204854" y="349431"/>
                  </a:lnTo>
                  <a:lnTo>
                    <a:pt x="1178662" y="349431"/>
                  </a:lnTo>
                  <a:lnTo>
                    <a:pt x="1152469" y="349431"/>
                  </a:lnTo>
                  <a:lnTo>
                    <a:pt x="1126277" y="349431"/>
                  </a:lnTo>
                  <a:lnTo>
                    <a:pt x="1100084" y="349431"/>
                  </a:lnTo>
                  <a:lnTo>
                    <a:pt x="1073892" y="349431"/>
                  </a:lnTo>
                  <a:lnTo>
                    <a:pt x="1047699" y="349431"/>
                  </a:lnTo>
                  <a:lnTo>
                    <a:pt x="1021507" y="349431"/>
                  </a:lnTo>
                  <a:lnTo>
                    <a:pt x="1021507" y="374391"/>
                  </a:lnTo>
                  <a:lnTo>
                    <a:pt x="995314" y="374391"/>
                  </a:lnTo>
                  <a:lnTo>
                    <a:pt x="969122" y="374391"/>
                  </a:lnTo>
                  <a:lnTo>
                    <a:pt x="942929" y="374391"/>
                  </a:lnTo>
                  <a:lnTo>
                    <a:pt x="942929" y="399350"/>
                  </a:lnTo>
                  <a:lnTo>
                    <a:pt x="942929" y="424310"/>
                  </a:lnTo>
                  <a:lnTo>
                    <a:pt x="916737" y="424310"/>
                  </a:lnTo>
                  <a:lnTo>
                    <a:pt x="890544" y="424310"/>
                  </a:lnTo>
                  <a:lnTo>
                    <a:pt x="864352" y="424310"/>
                  </a:lnTo>
                  <a:lnTo>
                    <a:pt x="838159" y="424310"/>
                  </a:lnTo>
                  <a:lnTo>
                    <a:pt x="838159" y="449269"/>
                  </a:lnTo>
                  <a:lnTo>
                    <a:pt x="811967" y="449269"/>
                  </a:lnTo>
                  <a:lnTo>
                    <a:pt x="785774" y="449269"/>
                  </a:lnTo>
                  <a:lnTo>
                    <a:pt x="785774" y="474228"/>
                  </a:lnTo>
                  <a:lnTo>
                    <a:pt x="759582" y="474228"/>
                  </a:lnTo>
                  <a:lnTo>
                    <a:pt x="733389" y="474228"/>
                  </a:lnTo>
                  <a:lnTo>
                    <a:pt x="733389" y="499188"/>
                  </a:lnTo>
                  <a:lnTo>
                    <a:pt x="707197" y="499188"/>
                  </a:lnTo>
                  <a:lnTo>
                    <a:pt x="681004" y="499188"/>
                  </a:lnTo>
                  <a:lnTo>
                    <a:pt x="681004" y="524147"/>
                  </a:lnTo>
                  <a:lnTo>
                    <a:pt x="681004" y="549107"/>
                  </a:lnTo>
                  <a:lnTo>
                    <a:pt x="681004" y="574066"/>
                  </a:lnTo>
                  <a:lnTo>
                    <a:pt x="654812" y="574066"/>
                  </a:lnTo>
                  <a:lnTo>
                    <a:pt x="628619" y="574066"/>
                  </a:lnTo>
                  <a:lnTo>
                    <a:pt x="602427" y="574066"/>
                  </a:lnTo>
                  <a:lnTo>
                    <a:pt x="602427" y="599025"/>
                  </a:lnTo>
                  <a:lnTo>
                    <a:pt x="602427" y="623985"/>
                  </a:lnTo>
                  <a:lnTo>
                    <a:pt x="576234" y="623985"/>
                  </a:lnTo>
                  <a:lnTo>
                    <a:pt x="576234" y="648944"/>
                  </a:lnTo>
                  <a:lnTo>
                    <a:pt x="576234" y="673904"/>
                  </a:lnTo>
                  <a:lnTo>
                    <a:pt x="576234" y="698863"/>
                  </a:lnTo>
                  <a:lnTo>
                    <a:pt x="576234" y="723823"/>
                  </a:lnTo>
                  <a:lnTo>
                    <a:pt x="576234" y="748782"/>
                  </a:lnTo>
                  <a:lnTo>
                    <a:pt x="576234" y="773741"/>
                  </a:lnTo>
                  <a:lnTo>
                    <a:pt x="576234" y="798701"/>
                  </a:lnTo>
                  <a:lnTo>
                    <a:pt x="576234" y="823660"/>
                  </a:lnTo>
                  <a:lnTo>
                    <a:pt x="550042" y="823660"/>
                  </a:lnTo>
                  <a:lnTo>
                    <a:pt x="550042" y="848620"/>
                  </a:lnTo>
                  <a:lnTo>
                    <a:pt x="550042" y="873579"/>
                  </a:lnTo>
                  <a:lnTo>
                    <a:pt x="523849" y="873579"/>
                  </a:lnTo>
                  <a:lnTo>
                    <a:pt x="497657" y="873579"/>
                  </a:lnTo>
                  <a:lnTo>
                    <a:pt x="471464" y="873579"/>
                  </a:lnTo>
                  <a:lnTo>
                    <a:pt x="471464" y="898538"/>
                  </a:lnTo>
                  <a:lnTo>
                    <a:pt x="471464" y="923498"/>
                  </a:lnTo>
                  <a:lnTo>
                    <a:pt x="471464" y="948457"/>
                  </a:lnTo>
                  <a:lnTo>
                    <a:pt x="445272" y="948457"/>
                  </a:lnTo>
                  <a:lnTo>
                    <a:pt x="445272" y="973417"/>
                  </a:lnTo>
                  <a:lnTo>
                    <a:pt x="445272" y="998376"/>
                  </a:lnTo>
                  <a:lnTo>
                    <a:pt x="445272" y="1023336"/>
                  </a:lnTo>
                  <a:lnTo>
                    <a:pt x="445272" y="1048295"/>
                  </a:lnTo>
                  <a:lnTo>
                    <a:pt x="445272" y="1073254"/>
                  </a:lnTo>
                  <a:lnTo>
                    <a:pt x="445272" y="1098214"/>
                  </a:lnTo>
                  <a:lnTo>
                    <a:pt x="445272" y="1123173"/>
                  </a:lnTo>
                  <a:lnTo>
                    <a:pt x="419079" y="1123173"/>
                  </a:lnTo>
                  <a:lnTo>
                    <a:pt x="419079" y="1148133"/>
                  </a:lnTo>
                  <a:lnTo>
                    <a:pt x="392887" y="1148133"/>
                  </a:lnTo>
                  <a:lnTo>
                    <a:pt x="392887" y="1173092"/>
                  </a:lnTo>
                  <a:lnTo>
                    <a:pt x="392887" y="1198051"/>
                  </a:lnTo>
                  <a:lnTo>
                    <a:pt x="392887" y="1223011"/>
                  </a:lnTo>
                  <a:lnTo>
                    <a:pt x="392887" y="1247970"/>
                  </a:lnTo>
                  <a:lnTo>
                    <a:pt x="392887" y="1272930"/>
                  </a:lnTo>
                  <a:lnTo>
                    <a:pt x="392887" y="1297889"/>
                  </a:lnTo>
                  <a:lnTo>
                    <a:pt x="392887" y="1322849"/>
                  </a:lnTo>
                  <a:lnTo>
                    <a:pt x="392887" y="1347808"/>
                  </a:lnTo>
                  <a:lnTo>
                    <a:pt x="366694" y="1347808"/>
                  </a:lnTo>
                  <a:lnTo>
                    <a:pt x="366694" y="1372767"/>
                  </a:lnTo>
                  <a:lnTo>
                    <a:pt x="366694" y="1397727"/>
                  </a:lnTo>
                  <a:lnTo>
                    <a:pt x="366694" y="1422686"/>
                  </a:lnTo>
                  <a:lnTo>
                    <a:pt x="366694" y="1447646"/>
                  </a:lnTo>
                  <a:lnTo>
                    <a:pt x="340502" y="1447646"/>
                  </a:lnTo>
                  <a:lnTo>
                    <a:pt x="340502" y="1472605"/>
                  </a:lnTo>
                  <a:lnTo>
                    <a:pt x="340502" y="1497564"/>
                  </a:lnTo>
                  <a:lnTo>
                    <a:pt x="314309" y="1497564"/>
                  </a:lnTo>
                  <a:lnTo>
                    <a:pt x="314309" y="1522524"/>
                  </a:lnTo>
                  <a:lnTo>
                    <a:pt x="288117" y="1522524"/>
                  </a:lnTo>
                  <a:lnTo>
                    <a:pt x="288117" y="1547483"/>
                  </a:lnTo>
                  <a:lnTo>
                    <a:pt x="288117" y="1572443"/>
                  </a:lnTo>
                  <a:lnTo>
                    <a:pt x="288117" y="1597402"/>
                  </a:lnTo>
                  <a:lnTo>
                    <a:pt x="261924" y="1597402"/>
                  </a:lnTo>
                  <a:lnTo>
                    <a:pt x="261924" y="1622361"/>
                  </a:lnTo>
                  <a:lnTo>
                    <a:pt x="235732" y="1622361"/>
                  </a:lnTo>
                  <a:lnTo>
                    <a:pt x="235732" y="1647321"/>
                  </a:lnTo>
                  <a:lnTo>
                    <a:pt x="235732" y="1672280"/>
                  </a:lnTo>
                  <a:lnTo>
                    <a:pt x="235732" y="1697240"/>
                  </a:lnTo>
                  <a:lnTo>
                    <a:pt x="235732" y="1722199"/>
                  </a:lnTo>
                  <a:lnTo>
                    <a:pt x="235732" y="1747159"/>
                  </a:lnTo>
                  <a:lnTo>
                    <a:pt x="235732" y="1772118"/>
                  </a:lnTo>
                  <a:lnTo>
                    <a:pt x="235732" y="1797077"/>
                  </a:lnTo>
                  <a:lnTo>
                    <a:pt x="235732" y="1822037"/>
                  </a:lnTo>
                  <a:lnTo>
                    <a:pt x="235732" y="1846996"/>
                  </a:lnTo>
                  <a:lnTo>
                    <a:pt x="209539" y="1846996"/>
                  </a:lnTo>
                  <a:lnTo>
                    <a:pt x="209539" y="1871956"/>
                  </a:lnTo>
                  <a:lnTo>
                    <a:pt x="183347" y="1871956"/>
                  </a:lnTo>
                  <a:lnTo>
                    <a:pt x="183347" y="1896915"/>
                  </a:lnTo>
                  <a:lnTo>
                    <a:pt x="183347" y="1921874"/>
                  </a:lnTo>
                  <a:lnTo>
                    <a:pt x="183347" y="1946834"/>
                  </a:lnTo>
                  <a:lnTo>
                    <a:pt x="183347" y="1971793"/>
                  </a:lnTo>
                  <a:lnTo>
                    <a:pt x="183347" y="1996753"/>
                  </a:lnTo>
                  <a:lnTo>
                    <a:pt x="183347" y="2021712"/>
                  </a:lnTo>
                  <a:lnTo>
                    <a:pt x="183347" y="2046672"/>
                  </a:lnTo>
                  <a:lnTo>
                    <a:pt x="157154" y="2046672"/>
                  </a:lnTo>
                  <a:lnTo>
                    <a:pt x="157154" y="2071631"/>
                  </a:lnTo>
                  <a:lnTo>
                    <a:pt x="157154" y="2096590"/>
                  </a:lnTo>
                  <a:lnTo>
                    <a:pt x="157154" y="2121550"/>
                  </a:lnTo>
                  <a:lnTo>
                    <a:pt x="157154" y="2146509"/>
                  </a:lnTo>
                  <a:lnTo>
                    <a:pt x="157154" y="2171469"/>
                  </a:lnTo>
                  <a:lnTo>
                    <a:pt x="157154" y="2196428"/>
                  </a:lnTo>
                  <a:lnTo>
                    <a:pt x="157154" y="2221387"/>
                  </a:lnTo>
                  <a:lnTo>
                    <a:pt x="157154" y="2246347"/>
                  </a:lnTo>
                  <a:lnTo>
                    <a:pt x="157154" y="2271306"/>
                  </a:lnTo>
                  <a:lnTo>
                    <a:pt x="157154" y="2296266"/>
                  </a:lnTo>
                  <a:lnTo>
                    <a:pt x="130962" y="2296266"/>
                  </a:lnTo>
                  <a:lnTo>
                    <a:pt x="130962" y="2321225"/>
                  </a:lnTo>
                  <a:lnTo>
                    <a:pt x="130962" y="2346185"/>
                  </a:lnTo>
                  <a:lnTo>
                    <a:pt x="130962" y="2371144"/>
                  </a:lnTo>
                  <a:lnTo>
                    <a:pt x="130962" y="2396103"/>
                  </a:lnTo>
                  <a:lnTo>
                    <a:pt x="130962" y="2421063"/>
                  </a:lnTo>
                  <a:lnTo>
                    <a:pt x="130962" y="2446022"/>
                  </a:lnTo>
                  <a:lnTo>
                    <a:pt x="130962" y="2470982"/>
                  </a:lnTo>
                  <a:lnTo>
                    <a:pt x="130962" y="2495941"/>
                  </a:lnTo>
                  <a:lnTo>
                    <a:pt x="130962" y="2520900"/>
                  </a:lnTo>
                  <a:lnTo>
                    <a:pt x="130962" y="2545860"/>
                  </a:lnTo>
                  <a:lnTo>
                    <a:pt x="130962" y="2570819"/>
                  </a:lnTo>
                  <a:lnTo>
                    <a:pt x="130962" y="2595779"/>
                  </a:lnTo>
                  <a:lnTo>
                    <a:pt x="130962" y="2620738"/>
                  </a:lnTo>
                  <a:lnTo>
                    <a:pt x="130962" y="2645698"/>
                  </a:lnTo>
                  <a:lnTo>
                    <a:pt x="130962" y="2670657"/>
                  </a:lnTo>
                  <a:lnTo>
                    <a:pt x="130962" y="2695616"/>
                  </a:lnTo>
                  <a:lnTo>
                    <a:pt x="130962" y="2720576"/>
                  </a:lnTo>
                  <a:lnTo>
                    <a:pt x="130962" y="2745535"/>
                  </a:lnTo>
                  <a:lnTo>
                    <a:pt x="130962" y="2770495"/>
                  </a:lnTo>
                  <a:lnTo>
                    <a:pt x="130962" y="2795454"/>
                  </a:lnTo>
                  <a:lnTo>
                    <a:pt x="130962" y="2820413"/>
                  </a:lnTo>
                  <a:lnTo>
                    <a:pt x="130962" y="2845373"/>
                  </a:lnTo>
                  <a:lnTo>
                    <a:pt x="130962" y="2870332"/>
                  </a:lnTo>
                  <a:lnTo>
                    <a:pt x="104769" y="2870332"/>
                  </a:lnTo>
                  <a:lnTo>
                    <a:pt x="104769" y="2895292"/>
                  </a:lnTo>
                  <a:lnTo>
                    <a:pt x="104769" y="2920251"/>
                  </a:lnTo>
                  <a:lnTo>
                    <a:pt x="104769" y="2945211"/>
                  </a:lnTo>
                  <a:lnTo>
                    <a:pt x="104769" y="2970170"/>
                  </a:lnTo>
                  <a:lnTo>
                    <a:pt x="104769" y="2995129"/>
                  </a:lnTo>
                  <a:lnTo>
                    <a:pt x="104769" y="3020089"/>
                  </a:lnTo>
                  <a:lnTo>
                    <a:pt x="104769" y="3045048"/>
                  </a:lnTo>
                  <a:lnTo>
                    <a:pt x="78577" y="3045048"/>
                  </a:lnTo>
                  <a:lnTo>
                    <a:pt x="78577" y="3070008"/>
                  </a:lnTo>
                  <a:lnTo>
                    <a:pt x="78577" y="3094967"/>
                  </a:lnTo>
                  <a:lnTo>
                    <a:pt x="78577" y="3119926"/>
                  </a:lnTo>
                  <a:lnTo>
                    <a:pt x="78577" y="3144886"/>
                  </a:lnTo>
                  <a:lnTo>
                    <a:pt x="78577" y="3169845"/>
                  </a:lnTo>
                  <a:lnTo>
                    <a:pt x="78577" y="3194805"/>
                  </a:lnTo>
                  <a:lnTo>
                    <a:pt x="78577" y="3219764"/>
                  </a:lnTo>
                  <a:lnTo>
                    <a:pt x="78577" y="3244723"/>
                  </a:lnTo>
                  <a:lnTo>
                    <a:pt x="78577" y="3269683"/>
                  </a:lnTo>
                  <a:lnTo>
                    <a:pt x="52384" y="3269683"/>
                  </a:lnTo>
                  <a:lnTo>
                    <a:pt x="52384" y="3294642"/>
                  </a:lnTo>
                  <a:lnTo>
                    <a:pt x="52384" y="3319602"/>
                  </a:lnTo>
                  <a:lnTo>
                    <a:pt x="52384" y="3344561"/>
                  </a:lnTo>
                  <a:lnTo>
                    <a:pt x="52384" y="3369521"/>
                  </a:lnTo>
                  <a:lnTo>
                    <a:pt x="52384" y="3394480"/>
                  </a:lnTo>
                  <a:lnTo>
                    <a:pt x="52384" y="3419439"/>
                  </a:lnTo>
                  <a:lnTo>
                    <a:pt x="52384" y="3444399"/>
                  </a:lnTo>
                  <a:lnTo>
                    <a:pt x="52384" y="3469358"/>
                  </a:lnTo>
                  <a:lnTo>
                    <a:pt x="52384" y="3494318"/>
                  </a:lnTo>
                  <a:lnTo>
                    <a:pt x="52384" y="3519277"/>
                  </a:lnTo>
                  <a:lnTo>
                    <a:pt x="52384" y="3544236"/>
                  </a:lnTo>
                  <a:lnTo>
                    <a:pt x="52384" y="3569196"/>
                  </a:lnTo>
                  <a:lnTo>
                    <a:pt x="52384" y="3594155"/>
                  </a:lnTo>
                  <a:lnTo>
                    <a:pt x="52384" y="3619115"/>
                  </a:lnTo>
                  <a:lnTo>
                    <a:pt x="52384" y="3644074"/>
                  </a:lnTo>
                  <a:lnTo>
                    <a:pt x="52384" y="3669034"/>
                  </a:lnTo>
                  <a:lnTo>
                    <a:pt x="26192" y="3669034"/>
                  </a:lnTo>
                  <a:lnTo>
                    <a:pt x="26192" y="3693993"/>
                  </a:lnTo>
                  <a:lnTo>
                    <a:pt x="26192" y="3718952"/>
                  </a:lnTo>
                  <a:lnTo>
                    <a:pt x="0" y="3718952"/>
                  </a:lnTo>
                  <a:lnTo>
                    <a:pt x="0" y="3718952"/>
                  </a:lnTo>
                  <a:lnTo>
                    <a:pt x="0" y="3743912"/>
                  </a:lnTo>
                  <a:lnTo>
                    <a:pt x="0" y="3768871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E93E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81259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76489" y="24959"/>
                  </a:lnTo>
                  <a:lnTo>
                    <a:pt x="3850296" y="24959"/>
                  </a:lnTo>
                  <a:lnTo>
                    <a:pt x="3824104" y="24959"/>
                  </a:lnTo>
                  <a:lnTo>
                    <a:pt x="3797911" y="24959"/>
                  </a:lnTo>
                  <a:lnTo>
                    <a:pt x="3771719" y="24959"/>
                  </a:lnTo>
                  <a:lnTo>
                    <a:pt x="3745526" y="24959"/>
                  </a:lnTo>
                  <a:lnTo>
                    <a:pt x="3719334" y="24959"/>
                  </a:lnTo>
                  <a:lnTo>
                    <a:pt x="3693141" y="24959"/>
                  </a:lnTo>
                  <a:lnTo>
                    <a:pt x="3666949" y="24959"/>
                  </a:lnTo>
                  <a:lnTo>
                    <a:pt x="3640756" y="24959"/>
                  </a:lnTo>
                  <a:lnTo>
                    <a:pt x="3614564" y="24959"/>
                  </a:lnTo>
                  <a:lnTo>
                    <a:pt x="3588371" y="24959"/>
                  </a:lnTo>
                  <a:lnTo>
                    <a:pt x="3562179" y="24959"/>
                  </a:lnTo>
                  <a:lnTo>
                    <a:pt x="3535986" y="24959"/>
                  </a:lnTo>
                  <a:lnTo>
                    <a:pt x="3509794" y="24959"/>
                  </a:lnTo>
                  <a:lnTo>
                    <a:pt x="3483601" y="24959"/>
                  </a:lnTo>
                  <a:lnTo>
                    <a:pt x="3457409" y="24959"/>
                  </a:lnTo>
                  <a:lnTo>
                    <a:pt x="3457409" y="49918"/>
                  </a:lnTo>
                  <a:lnTo>
                    <a:pt x="3431216" y="49918"/>
                  </a:lnTo>
                  <a:lnTo>
                    <a:pt x="3405024" y="49918"/>
                  </a:lnTo>
                  <a:lnTo>
                    <a:pt x="3378831" y="49918"/>
                  </a:lnTo>
                  <a:lnTo>
                    <a:pt x="3352639" y="49918"/>
                  </a:lnTo>
                  <a:lnTo>
                    <a:pt x="3326446" y="49918"/>
                  </a:lnTo>
                  <a:lnTo>
                    <a:pt x="3300254" y="49918"/>
                  </a:lnTo>
                  <a:lnTo>
                    <a:pt x="3300254" y="74878"/>
                  </a:lnTo>
                  <a:lnTo>
                    <a:pt x="3274061" y="74878"/>
                  </a:lnTo>
                  <a:lnTo>
                    <a:pt x="3247869" y="74878"/>
                  </a:lnTo>
                  <a:lnTo>
                    <a:pt x="3221676" y="74878"/>
                  </a:lnTo>
                  <a:lnTo>
                    <a:pt x="3195484" y="74878"/>
                  </a:lnTo>
                  <a:lnTo>
                    <a:pt x="3169292" y="74878"/>
                  </a:lnTo>
                  <a:lnTo>
                    <a:pt x="3143099" y="74878"/>
                  </a:lnTo>
                  <a:lnTo>
                    <a:pt x="3116907" y="74878"/>
                  </a:lnTo>
                  <a:lnTo>
                    <a:pt x="3090714" y="74878"/>
                  </a:lnTo>
                  <a:lnTo>
                    <a:pt x="3064522" y="74878"/>
                  </a:lnTo>
                  <a:lnTo>
                    <a:pt x="3038329" y="74878"/>
                  </a:lnTo>
                  <a:lnTo>
                    <a:pt x="3012137" y="74878"/>
                  </a:lnTo>
                  <a:lnTo>
                    <a:pt x="3012137" y="99837"/>
                  </a:lnTo>
                  <a:lnTo>
                    <a:pt x="2985944" y="99837"/>
                  </a:lnTo>
                  <a:lnTo>
                    <a:pt x="2959752" y="99837"/>
                  </a:lnTo>
                  <a:lnTo>
                    <a:pt x="2933559" y="99837"/>
                  </a:lnTo>
                  <a:lnTo>
                    <a:pt x="2907367" y="99837"/>
                  </a:lnTo>
                  <a:lnTo>
                    <a:pt x="2881174" y="99837"/>
                  </a:lnTo>
                  <a:lnTo>
                    <a:pt x="2854982" y="99837"/>
                  </a:lnTo>
                  <a:lnTo>
                    <a:pt x="2828789" y="99837"/>
                  </a:lnTo>
                  <a:lnTo>
                    <a:pt x="2828789" y="124797"/>
                  </a:lnTo>
                  <a:lnTo>
                    <a:pt x="2802597" y="124797"/>
                  </a:lnTo>
                  <a:lnTo>
                    <a:pt x="2802597" y="149756"/>
                  </a:lnTo>
                  <a:lnTo>
                    <a:pt x="2776404" y="149756"/>
                  </a:lnTo>
                  <a:lnTo>
                    <a:pt x="2750212" y="149756"/>
                  </a:lnTo>
                  <a:lnTo>
                    <a:pt x="2724019" y="149756"/>
                  </a:lnTo>
                  <a:lnTo>
                    <a:pt x="2697827" y="149756"/>
                  </a:lnTo>
                  <a:lnTo>
                    <a:pt x="2671634" y="149756"/>
                  </a:lnTo>
                  <a:lnTo>
                    <a:pt x="2645442" y="149756"/>
                  </a:lnTo>
                  <a:lnTo>
                    <a:pt x="2619249" y="149756"/>
                  </a:lnTo>
                  <a:lnTo>
                    <a:pt x="2593057" y="149756"/>
                  </a:lnTo>
                  <a:lnTo>
                    <a:pt x="2566864" y="149756"/>
                  </a:lnTo>
                  <a:lnTo>
                    <a:pt x="2540672" y="149756"/>
                  </a:lnTo>
                  <a:lnTo>
                    <a:pt x="2514479" y="149756"/>
                  </a:lnTo>
                  <a:lnTo>
                    <a:pt x="2488287" y="149756"/>
                  </a:lnTo>
                  <a:lnTo>
                    <a:pt x="2462094" y="149756"/>
                  </a:lnTo>
                  <a:lnTo>
                    <a:pt x="2462094" y="174715"/>
                  </a:lnTo>
                  <a:lnTo>
                    <a:pt x="2435902" y="174715"/>
                  </a:lnTo>
                  <a:lnTo>
                    <a:pt x="2409709" y="174715"/>
                  </a:lnTo>
                  <a:lnTo>
                    <a:pt x="2383517" y="174715"/>
                  </a:lnTo>
                  <a:lnTo>
                    <a:pt x="2357324" y="174715"/>
                  </a:lnTo>
                  <a:lnTo>
                    <a:pt x="2331132" y="174715"/>
                  </a:lnTo>
                  <a:lnTo>
                    <a:pt x="2304939" y="174715"/>
                  </a:lnTo>
                  <a:lnTo>
                    <a:pt x="2278747" y="174715"/>
                  </a:lnTo>
                  <a:lnTo>
                    <a:pt x="2252554" y="174715"/>
                  </a:lnTo>
                  <a:lnTo>
                    <a:pt x="2252554" y="199675"/>
                  </a:lnTo>
                  <a:lnTo>
                    <a:pt x="2226362" y="199675"/>
                  </a:lnTo>
                  <a:lnTo>
                    <a:pt x="2200169" y="199675"/>
                  </a:lnTo>
                  <a:lnTo>
                    <a:pt x="2173977" y="199675"/>
                  </a:lnTo>
                  <a:lnTo>
                    <a:pt x="2147784" y="199675"/>
                  </a:lnTo>
                  <a:lnTo>
                    <a:pt x="2121592" y="199675"/>
                  </a:lnTo>
                  <a:lnTo>
                    <a:pt x="2095399" y="199675"/>
                  </a:lnTo>
                  <a:lnTo>
                    <a:pt x="2069207" y="199675"/>
                  </a:lnTo>
                  <a:lnTo>
                    <a:pt x="2043014" y="199675"/>
                  </a:lnTo>
                  <a:lnTo>
                    <a:pt x="2016822" y="199675"/>
                  </a:lnTo>
                  <a:lnTo>
                    <a:pt x="1990629" y="199675"/>
                  </a:lnTo>
                  <a:lnTo>
                    <a:pt x="1964437" y="199675"/>
                  </a:lnTo>
                  <a:lnTo>
                    <a:pt x="1938244" y="199675"/>
                  </a:lnTo>
                  <a:lnTo>
                    <a:pt x="1912052" y="199675"/>
                  </a:lnTo>
                  <a:lnTo>
                    <a:pt x="1885859" y="199675"/>
                  </a:lnTo>
                  <a:lnTo>
                    <a:pt x="1859667" y="199675"/>
                  </a:lnTo>
                  <a:lnTo>
                    <a:pt x="1833474" y="199675"/>
                  </a:lnTo>
                  <a:lnTo>
                    <a:pt x="1833474" y="224634"/>
                  </a:lnTo>
                  <a:lnTo>
                    <a:pt x="1807282" y="224634"/>
                  </a:lnTo>
                  <a:lnTo>
                    <a:pt x="1781089" y="224634"/>
                  </a:lnTo>
                  <a:lnTo>
                    <a:pt x="1754897" y="224634"/>
                  </a:lnTo>
                  <a:lnTo>
                    <a:pt x="1728704" y="224634"/>
                  </a:lnTo>
                  <a:lnTo>
                    <a:pt x="1702512" y="224634"/>
                  </a:lnTo>
                  <a:lnTo>
                    <a:pt x="1676319" y="224634"/>
                  </a:lnTo>
                  <a:lnTo>
                    <a:pt x="1650127" y="224634"/>
                  </a:lnTo>
                  <a:lnTo>
                    <a:pt x="1623934" y="224634"/>
                  </a:lnTo>
                  <a:lnTo>
                    <a:pt x="1597742" y="224634"/>
                  </a:lnTo>
                  <a:lnTo>
                    <a:pt x="1571549" y="224634"/>
                  </a:lnTo>
                  <a:lnTo>
                    <a:pt x="1545357" y="224634"/>
                  </a:lnTo>
                  <a:lnTo>
                    <a:pt x="1519164" y="224634"/>
                  </a:lnTo>
                  <a:lnTo>
                    <a:pt x="1492972" y="224634"/>
                  </a:lnTo>
                  <a:lnTo>
                    <a:pt x="1466779" y="224634"/>
                  </a:lnTo>
                  <a:lnTo>
                    <a:pt x="1440587" y="224634"/>
                  </a:lnTo>
                  <a:lnTo>
                    <a:pt x="1414394" y="224634"/>
                  </a:lnTo>
                  <a:lnTo>
                    <a:pt x="1414394" y="249594"/>
                  </a:lnTo>
                  <a:lnTo>
                    <a:pt x="1414394" y="274553"/>
                  </a:lnTo>
                  <a:lnTo>
                    <a:pt x="1388202" y="274553"/>
                  </a:lnTo>
                  <a:lnTo>
                    <a:pt x="1362009" y="274553"/>
                  </a:lnTo>
                  <a:lnTo>
                    <a:pt x="1335817" y="274553"/>
                  </a:lnTo>
                  <a:lnTo>
                    <a:pt x="1309624" y="274553"/>
                  </a:lnTo>
                  <a:lnTo>
                    <a:pt x="1283432" y="274553"/>
                  </a:lnTo>
                  <a:lnTo>
                    <a:pt x="1257239" y="274553"/>
                  </a:lnTo>
                  <a:lnTo>
                    <a:pt x="1231047" y="274553"/>
                  </a:lnTo>
                  <a:lnTo>
                    <a:pt x="1204854" y="274553"/>
                  </a:lnTo>
                  <a:lnTo>
                    <a:pt x="1178662" y="274553"/>
                  </a:lnTo>
                  <a:lnTo>
                    <a:pt x="1152469" y="274553"/>
                  </a:lnTo>
                  <a:lnTo>
                    <a:pt x="1126277" y="274553"/>
                  </a:lnTo>
                  <a:lnTo>
                    <a:pt x="1100084" y="274553"/>
                  </a:lnTo>
                  <a:lnTo>
                    <a:pt x="1073892" y="274553"/>
                  </a:lnTo>
                  <a:lnTo>
                    <a:pt x="1047699" y="274553"/>
                  </a:lnTo>
                  <a:lnTo>
                    <a:pt x="1021507" y="274553"/>
                  </a:lnTo>
                  <a:lnTo>
                    <a:pt x="995314" y="274553"/>
                  </a:lnTo>
                  <a:lnTo>
                    <a:pt x="969122" y="274553"/>
                  </a:lnTo>
                  <a:lnTo>
                    <a:pt x="969122" y="299512"/>
                  </a:lnTo>
                  <a:lnTo>
                    <a:pt x="942929" y="299512"/>
                  </a:lnTo>
                  <a:lnTo>
                    <a:pt x="916737" y="299512"/>
                  </a:lnTo>
                  <a:lnTo>
                    <a:pt x="890544" y="299512"/>
                  </a:lnTo>
                  <a:lnTo>
                    <a:pt x="864352" y="299512"/>
                  </a:lnTo>
                  <a:lnTo>
                    <a:pt x="838159" y="299512"/>
                  </a:lnTo>
                  <a:lnTo>
                    <a:pt x="811967" y="299512"/>
                  </a:lnTo>
                  <a:lnTo>
                    <a:pt x="811967" y="324472"/>
                  </a:lnTo>
                  <a:lnTo>
                    <a:pt x="785774" y="324472"/>
                  </a:lnTo>
                  <a:lnTo>
                    <a:pt x="759582" y="324472"/>
                  </a:lnTo>
                  <a:lnTo>
                    <a:pt x="759582" y="349431"/>
                  </a:lnTo>
                  <a:lnTo>
                    <a:pt x="759582" y="374391"/>
                  </a:lnTo>
                  <a:lnTo>
                    <a:pt x="733389" y="374391"/>
                  </a:lnTo>
                  <a:lnTo>
                    <a:pt x="707197" y="374391"/>
                  </a:lnTo>
                  <a:lnTo>
                    <a:pt x="681004" y="374391"/>
                  </a:lnTo>
                  <a:lnTo>
                    <a:pt x="654812" y="374391"/>
                  </a:lnTo>
                  <a:lnTo>
                    <a:pt x="628619" y="374391"/>
                  </a:lnTo>
                  <a:lnTo>
                    <a:pt x="602427" y="374391"/>
                  </a:lnTo>
                  <a:lnTo>
                    <a:pt x="576234" y="374391"/>
                  </a:lnTo>
                  <a:lnTo>
                    <a:pt x="576234" y="399350"/>
                  </a:lnTo>
                  <a:lnTo>
                    <a:pt x="576234" y="424310"/>
                  </a:lnTo>
                  <a:lnTo>
                    <a:pt x="576234" y="449269"/>
                  </a:lnTo>
                  <a:lnTo>
                    <a:pt x="550042" y="449269"/>
                  </a:lnTo>
                  <a:lnTo>
                    <a:pt x="550042" y="474228"/>
                  </a:lnTo>
                  <a:lnTo>
                    <a:pt x="523849" y="474228"/>
                  </a:lnTo>
                  <a:lnTo>
                    <a:pt x="497657" y="474228"/>
                  </a:lnTo>
                  <a:lnTo>
                    <a:pt x="471464" y="474228"/>
                  </a:lnTo>
                  <a:lnTo>
                    <a:pt x="445272" y="474228"/>
                  </a:lnTo>
                  <a:lnTo>
                    <a:pt x="445272" y="499188"/>
                  </a:lnTo>
                  <a:lnTo>
                    <a:pt x="445272" y="524147"/>
                  </a:lnTo>
                  <a:lnTo>
                    <a:pt x="445272" y="549107"/>
                  </a:lnTo>
                  <a:lnTo>
                    <a:pt x="445272" y="574066"/>
                  </a:lnTo>
                  <a:lnTo>
                    <a:pt x="445272" y="599025"/>
                  </a:lnTo>
                  <a:lnTo>
                    <a:pt x="445272" y="623985"/>
                  </a:lnTo>
                  <a:lnTo>
                    <a:pt x="419079" y="623985"/>
                  </a:lnTo>
                  <a:lnTo>
                    <a:pt x="419079" y="648944"/>
                  </a:lnTo>
                  <a:lnTo>
                    <a:pt x="419079" y="673904"/>
                  </a:lnTo>
                  <a:lnTo>
                    <a:pt x="419079" y="698863"/>
                  </a:lnTo>
                  <a:lnTo>
                    <a:pt x="419079" y="723823"/>
                  </a:lnTo>
                  <a:lnTo>
                    <a:pt x="419079" y="748782"/>
                  </a:lnTo>
                  <a:lnTo>
                    <a:pt x="419079" y="773741"/>
                  </a:lnTo>
                  <a:lnTo>
                    <a:pt x="419079" y="798701"/>
                  </a:lnTo>
                  <a:lnTo>
                    <a:pt x="392887" y="798701"/>
                  </a:lnTo>
                  <a:lnTo>
                    <a:pt x="392887" y="823660"/>
                  </a:lnTo>
                  <a:lnTo>
                    <a:pt x="392887" y="848620"/>
                  </a:lnTo>
                  <a:lnTo>
                    <a:pt x="392887" y="873579"/>
                  </a:lnTo>
                  <a:lnTo>
                    <a:pt x="392887" y="898538"/>
                  </a:lnTo>
                  <a:lnTo>
                    <a:pt x="392887" y="923498"/>
                  </a:lnTo>
                  <a:lnTo>
                    <a:pt x="366694" y="923498"/>
                  </a:lnTo>
                  <a:lnTo>
                    <a:pt x="340502" y="923498"/>
                  </a:lnTo>
                  <a:lnTo>
                    <a:pt x="340502" y="948457"/>
                  </a:lnTo>
                  <a:lnTo>
                    <a:pt x="340502" y="973417"/>
                  </a:lnTo>
                  <a:lnTo>
                    <a:pt x="340502" y="998376"/>
                  </a:lnTo>
                  <a:lnTo>
                    <a:pt x="340502" y="1023336"/>
                  </a:lnTo>
                  <a:lnTo>
                    <a:pt x="340502" y="1048295"/>
                  </a:lnTo>
                  <a:lnTo>
                    <a:pt x="340502" y="1073254"/>
                  </a:lnTo>
                  <a:lnTo>
                    <a:pt x="340502" y="1098214"/>
                  </a:lnTo>
                  <a:lnTo>
                    <a:pt x="340502" y="1123173"/>
                  </a:lnTo>
                  <a:lnTo>
                    <a:pt x="340502" y="1148133"/>
                  </a:lnTo>
                  <a:lnTo>
                    <a:pt x="340502" y="1173092"/>
                  </a:lnTo>
                  <a:lnTo>
                    <a:pt x="340502" y="1198051"/>
                  </a:lnTo>
                  <a:lnTo>
                    <a:pt x="340502" y="1223011"/>
                  </a:lnTo>
                  <a:lnTo>
                    <a:pt x="340502" y="1247970"/>
                  </a:lnTo>
                  <a:lnTo>
                    <a:pt x="340502" y="1272930"/>
                  </a:lnTo>
                  <a:lnTo>
                    <a:pt x="314309" y="1272930"/>
                  </a:lnTo>
                  <a:lnTo>
                    <a:pt x="314309" y="1297889"/>
                  </a:lnTo>
                  <a:lnTo>
                    <a:pt x="314309" y="1322849"/>
                  </a:lnTo>
                  <a:lnTo>
                    <a:pt x="314309" y="1347808"/>
                  </a:lnTo>
                  <a:lnTo>
                    <a:pt x="314309" y="1372767"/>
                  </a:lnTo>
                  <a:lnTo>
                    <a:pt x="314309" y="1397727"/>
                  </a:lnTo>
                  <a:lnTo>
                    <a:pt x="314309" y="1422686"/>
                  </a:lnTo>
                  <a:lnTo>
                    <a:pt x="314309" y="1447646"/>
                  </a:lnTo>
                  <a:lnTo>
                    <a:pt x="314309" y="1472605"/>
                  </a:lnTo>
                  <a:lnTo>
                    <a:pt x="314309" y="1497564"/>
                  </a:lnTo>
                  <a:lnTo>
                    <a:pt x="314309" y="1522524"/>
                  </a:lnTo>
                  <a:lnTo>
                    <a:pt x="314309" y="1547483"/>
                  </a:lnTo>
                  <a:lnTo>
                    <a:pt x="314309" y="1572443"/>
                  </a:lnTo>
                  <a:lnTo>
                    <a:pt x="314309" y="1597402"/>
                  </a:lnTo>
                  <a:lnTo>
                    <a:pt x="314309" y="1622361"/>
                  </a:lnTo>
                  <a:lnTo>
                    <a:pt x="288117" y="1622361"/>
                  </a:lnTo>
                  <a:lnTo>
                    <a:pt x="288117" y="1647321"/>
                  </a:lnTo>
                  <a:lnTo>
                    <a:pt x="288117" y="1672280"/>
                  </a:lnTo>
                  <a:lnTo>
                    <a:pt x="288117" y="1697240"/>
                  </a:lnTo>
                  <a:lnTo>
                    <a:pt x="288117" y="1722199"/>
                  </a:lnTo>
                  <a:lnTo>
                    <a:pt x="288117" y="1747159"/>
                  </a:lnTo>
                  <a:lnTo>
                    <a:pt x="288117" y="1772118"/>
                  </a:lnTo>
                  <a:lnTo>
                    <a:pt x="288117" y="1797077"/>
                  </a:lnTo>
                  <a:lnTo>
                    <a:pt x="288117" y="1822037"/>
                  </a:lnTo>
                  <a:lnTo>
                    <a:pt x="288117" y="1846996"/>
                  </a:lnTo>
                  <a:lnTo>
                    <a:pt x="288117" y="1871956"/>
                  </a:lnTo>
                  <a:lnTo>
                    <a:pt x="261924" y="1871956"/>
                  </a:lnTo>
                  <a:lnTo>
                    <a:pt x="261924" y="1896915"/>
                  </a:lnTo>
                  <a:lnTo>
                    <a:pt x="261924" y="1921874"/>
                  </a:lnTo>
                  <a:lnTo>
                    <a:pt x="261924" y="1946834"/>
                  </a:lnTo>
                  <a:lnTo>
                    <a:pt x="261924" y="1971793"/>
                  </a:lnTo>
                  <a:lnTo>
                    <a:pt x="261924" y="1996753"/>
                  </a:lnTo>
                  <a:lnTo>
                    <a:pt x="261924" y="2021712"/>
                  </a:lnTo>
                  <a:lnTo>
                    <a:pt x="261924" y="2046672"/>
                  </a:lnTo>
                  <a:lnTo>
                    <a:pt x="261924" y="2071631"/>
                  </a:lnTo>
                  <a:lnTo>
                    <a:pt x="261924" y="2096590"/>
                  </a:lnTo>
                  <a:lnTo>
                    <a:pt x="235732" y="2096590"/>
                  </a:lnTo>
                  <a:lnTo>
                    <a:pt x="235732" y="2121550"/>
                  </a:lnTo>
                  <a:lnTo>
                    <a:pt x="235732" y="2146509"/>
                  </a:lnTo>
                  <a:lnTo>
                    <a:pt x="235732" y="2171469"/>
                  </a:lnTo>
                  <a:lnTo>
                    <a:pt x="235732" y="2196428"/>
                  </a:lnTo>
                  <a:lnTo>
                    <a:pt x="235732" y="2221387"/>
                  </a:lnTo>
                  <a:lnTo>
                    <a:pt x="235732" y="2246347"/>
                  </a:lnTo>
                  <a:lnTo>
                    <a:pt x="235732" y="2271306"/>
                  </a:lnTo>
                  <a:lnTo>
                    <a:pt x="209539" y="2271306"/>
                  </a:lnTo>
                  <a:lnTo>
                    <a:pt x="209539" y="2296266"/>
                  </a:lnTo>
                  <a:lnTo>
                    <a:pt x="209539" y="2321225"/>
                  </a:lnTo>
                  <a:lnTo>
                    <a:pt x="209539" y="2346185"/>
                  </a:lnTo>
                  <a:lnTo>
                    <a:pt x="209539" y="2371144"/>
                  </a:lnTo>
                  <a:lnTo>
                    <a:pt x="209539" y="2396103"/>
                  </a:lnTo>
                  <a:lnTo>
                    <a:pt x="209539" y="2421063"/>
                  </a:lnTo>
                  <a:lnTo>
                    <a:pt x="183347" y="2421063"/>
                  </a:lnTo>
                  <a:lnTo>
                    <a:pt x="183347" y="2446022"/>
                  </a:lnTo>
                  <a:lnTo>
                    <a:pt x="183347" y="2470982"/>
                  </a:lnTo>
                  <a:lnTo>
                    <a:pt x="157154" y="2470982"/>
                  </a:lnTo>
                  <a:lnTo>
                    <a:pt x="157154" y="2495941"/>
                  </a:lnTo>
                  <a:lnTo>
                    <a:pt x="157154" y="2520900"/>
                  </a:lnTo>
                  <a:lnTo>
                    <a:pt x="130962" y="2520900"/>
                  </a:lnTo>
                  <a:lnTo>
                    <a:pt x="130962" y="2545860"/>
                  </a:lnTo>
                  <a:lnTo>
                    <a:pt x="130962" y="2570819"/>
                  </a:lnTo>
                  <a:lnTo>
                    <a:pt x="130962" y="2595779"/>
                  </a:lnTo>
                  <a:lnTo>
                    <a:pt x="130962" y="2620738"/>
                  </a:lnTo>
                  <a:lnTo>
                    <a:pt x="130962" y="2645698"/>
                  </a:lnTo>
                  <a:lnTo>
                    <a:pt x="130962" y="2670657"/>
                  </a:lnTo>
                  <a:lnTo>
                    <a:pt x="130962" y="2695616"/>
                  </a:lnTo>
                  <a:lnTo>
                    <a:pt x="130962" y="2720576"/>
                  </a:lnTo>
                  <a:lnTo>
                    <a:pt x="130962" y="2745535"/>
                  </a:lnTo>
                  <a:lnTo>
                    <a:pt x="130962" y="2770495"/>
                  </a:lnTo>
                  <a:lnTo>
                    <a:pt x="130962" y="2795454"/>
                  </a:lnTo>
                  <a:lnTo>
                    <a:pt x="130962" y="2820413"/>
                  </a:lnTo>
                  <a:lnTo>
                    <a:pt x="130962" y="2845373"/>
                  </a:lnTo>
                  <a:lnTo>
                    <a:pt x="130962" y="2870332"/>
                  </a:lnTo>
                  <a:lnTo>
                    <a:pt x="130962" y="2895292"/>
                  </a:lnTo>
                  <a:lnTo>
                    <a:pt x="130962" y="2920251"/>
                  </a:lnTo>
                  <a:lnTo>
                    <a:pt x="130962" y="2945211"/>
                  </a:lnTo>
                  <a:lnTo>
                    <a:pt x="130962" y="2970170"/>
                  </a:lnTo>
                  <a:lnTo>
                    <a:pt x="130962" y="2995129"/>
                  </a:lnTo>
                  <a:lnTo>
                    <a:pt x="130962" y="3020089"/>
                  </a:lnTo>
                  <a:lnTo>
                    <a:pt x="130962" y="3045048"/>
                  </a:lnTo>
                  <a:lnTo>
                    <a:pt x="130962" y="3070008"/>
                  </a:lnTo>
                  <a:lnTo>
                    <a:pt x="130962" y="3094967"/>
                  </a:lnTo>
                  <a:lnTo>
                    <a:pt x="130962" y="3119926"/>
                  </a:lnTo>
                  <a:lnTo>
                    <a:pt x="130962" y="3144886"/>
                  </a:lnTo>
                  <a:lnTo>
                    <a:pt x="104769" y="3144886"/>
                  </a:lnTo>
                  <a:lnTo>
                    <a:pt x="104769" y="3169845"/>
                  </a:lnTo>
                  <a:lnTo>
                    <a:pt x="104769" y="3194805"/>
                  </a:lnTo>
                  <a:lnTo>
                    <a:pt x="104769" y="3219764"/>
                  </a:lnTo>
                  <a:lnTo>
                    <a:pt x="78577" y="3219764"/>
                  </a:lnTo>
                  <a:lnTo>
                    <a:pt x="78577" y="3244723"/>
                  </a:lnTo>
                  <a:lnTo>
                    <a:pt x="78577" y="3269683"/>
                  </a:lnTo>
                  <a:lnTo>
                    <a:pt x="78577" y="3294642"/>
                  </a:lnTo>
                  <a:lnTo>
                    <a:pt x="52384" y="3294642"/>
                  </a:lnTo>
                  <a:lnTo>
                    <a:pt x="52384" y="3319602"/>
                  </a:lnTo>
                  <a:lnTo>
                    <a:pt x="52384" y="3344561"/>
                  </a:lnTo>
                  <a:lnTo>
                    <a:pt x="52384" y="3369521"/>
                  </a:lnTo>
                  <a:lnTo>
                    <a:pt x="52384" y="3394480"/>
                  </a:lnTo>
                  <a:lnTo>
                    <a:pt x="52384" y="3419439"/>
                  </a:lnTo>
                  <a:lnTo>
                    <a:pt x="52384" y="3444399"/>
                  </a:lnTo>
                  <a:lnTo>
                    <a:pt x="52384" y="3469358"/>
                  </a:lnTo>
                  <a:lnTo>
                    <a:pt x="52384" y="3494318"/>
                  </a:lnTo>
                  <a:lnTo>
                    <a:pt x="52384" y="3519277"/>
                  </a:lnTo>
                  <a:lnTo>
                    <a:pt x="52384" y="3544236"/>
                  </a:lnTo>
                  <a:lnTo>
                    <a:pt x="52384" y="3569196"/>
                  </a:lnTo>
                  <a:lnTo>
                    <a:pt x="52384" y="3594155"/>
                  </a:lnTo>
                  <a:lnTo>
                    <a:pt x="26192" y="3594155"/>
                  </a:lnTo>
                  <a:lnTo>
                    <a:pt x="26192" y="3619115"/>
                  </a:lnTo>
                  <a:lnTo>
                    <a:pt x="26192" y="3644074"/>
                  </a:lnTo>
                  <a:lnTo>
                    <a:pt x="26192" y="3669034"/>
                  </a:lnTo>
                  <a:lnTo>
                    <a:pt x="26192" y="3693993"/>
                  </a:lnTo>
                  <a:lnTo>
                    <a:pt x="0" y="3693993"/>
                  </a:lnTo>
                  <a:lnTo>
                    <a:pt x="0" y="3693993"/>
                  </a:lnTo>
                  <a:lnTo>
                    <a:pt x="0" y="3718952"/>
                  </a:lnTo>
                  <a:lnTo>
                    <a:pt x="0" y="3743912"/>
                  </a:lnTo>
                  <a:lnTo>
                    <a:pt x="0" y="3768871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FDAC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24104" y="0"/>
                  </a:lnTo>
                  <a:lnTo>
                    <a:pt x="3771719" y="0"/>
                  </a:lnTo>
                  <a:lnTo>
                    <a:pt x="3745526" y="0"/>
                  </a:lnTo>
                  <a:lnTo>
                    <a:pt x="3719334" y="0"/>
                  </a:lnTo>
                  <a:lnTo>
                    <a:pt x="3693141" y="0"/>
                  </a:lnTo>
                  <a:lnTo>
                    <a:pt x="3666949" y="0"/>
                  </a:lnTo>
                  <a:lnTo>
                    <a:pt x="3640756" y="0"/>
                  </a:lnTo>
                  <a:lnTo>
                    <a:pt x="3614564" y="0"/>
                  </a:lnTo>
                  <a:lnTo>
                    <a:pt x="3588371" y="0"/>
                  </a:lnTo>
                  <a:lnTo>
                    <a:pt x="3562179" y="0"/>
                  </a:lnTo>
                  <a:lnTo>
                    <a:pt x="3535986" y="0"/>
                  </a:lnTo>
                  <a:lnTo>
                    <a:pt x="3483601" y="0"/>
                  </a:lnTo>
                  <a:lnTo>
                    <a:pt x="3457409" y="0"/>
                  </a:lnTo>
                  <a:lnTo>
                    <a:pt x="3431216" y="0"/>
                  </a:lnTo>
                  <a:lnTo>
                    <a:pt x="3405024" y="0"/>
                  </a:lnTo>
                  <a:lnTo>
                    <a:pt x="3378831" y="0"/>
                  </a:lnTo>
                  <a:lnTo>
                    <a:pt x="3326446" y="0"/>
                  </a:lnTo>
                  <a:lnTo>
                    <a:pt x="3300254" y="0"/>
                  </a:lnTo>
                  <a:lnTo>
                    <a:pt x="3274061" y="0"/>
                  </a:lnTo>
                  <a:lnTo>
                    <a:pt x="3247869" y="0"/>
                  </a:lnTo>
                  <a:lnTo>
                    <a:pt x="3221676" y="0"/>
                  </a:lnTo>
                  <a:lnTo>
                    <a:pt x="3169292" y="0"/>
                  </a:lnTo>
                  <a:lnTo>
                    <a:pt x="3143099" y="0"/>
                  </a:lnTo>
                  <a:lnTo>
                    <a:pt x="3116907" y="0"/>
                  </a:lnTo>
                  <a:lnTo>
                    <a:pt x="3038329" y="0"/>
                  </a:lnTo>
                  <a:lnTo>
                    <a:pt x="2985944" y="0"/>
                  </a:lnTo>
                  <a:lnTo>
                    <a:pt x="2959752" y="0"/>
                  </a:lnTo>
                  <a:lnTo>
                    <a:pt x="2907367" y="0"/>
                  </a:lnTo>
                  <a:lnTo>
                    <a:pt x="2881174" y="0"/>
                  </a:lnTo>
                  <a:lnTo>
                    <a:pt x="2828789" y="0"/>
                  </a:lnTo>
                  <a:lnTo>
                    <a:pt x="2776404" y="0"/>
                  </a:lnTo>
                  <a:lnTo>
                    <a:pt x="2697827" y="0"/>
                  </a:lnTo>
                  <a:lnTo>
                    <a:pt x="2671634" y="0"/>
                  </a:lnTo>
                  <a:lnTo>
                    <a:pt x="2645442" y="0"/>
                  </a:lnTo>
                  <a:lnTo>
                    <a:pt x="2619249" y="0"/>
                  </a:lnTo>
                  <a:lnTo>
                    <a:pt x="2593057" y="0"/>
                  </a:lnTo>
                  <a:lnTo>
                    <a:pt x="2540672" y="0"/>
                  </a:lnTo>
                  <a:lnTo>
                    <a:pt x="2514479" y="0"/>
                  </a:lnTo>
                  <a:lnTo>
                    <a:pt x="2488287" y="0"/>
                  </a:lnTo>
                  <a:lnTo>
                    <a:pt x="2462094" y="0"/>
                  </a:lnTo>
                  <a:lnTo>
                    <a:pt x="2435902" y="0"/>
                  </a:lnTo>
                  <a:lnTo>
                    <a:pt x="2409709" y="0"/>
                  </a:lnTo>
                  <a:lnTo>
                    <a:pt x="2383517" y="0"/>
                  </a:lnTo>
                  <a:lnTo>
                    <a:pt x="2304939" y="0"/>
                  </a:lnTo>
                  <a:lnTo>
                    <a:pt x="2226362" y="0"/>
                  </a:lnTo>
                  <a:lnTo>
                    <a:pt x="2200169" y="0"/>
                  </a:lnTo>
                  <a:lnTo>
                    <a:pt x="2173977" y="0"/>
                  </a:lnTo>
                  <a:lnTo>
                    <a:pt x="2121592" y="0"/>
                  </a:lnTo>
                  <a:lnTo>
                    <a:pt x="2095399" y="0"/>
                  </a:lnTo>
                  <a:lnTo>
                    <a:pt x="2069207" y="0"/>
                  </a:lnTo>
                  <a:lnTo>
                    <a:pt x="2043014" y="0"/>
                  </a:lnTo>
                  <a:lnTo>
                    <a:pt x="2016822" y="0"/>
                  </a:lnTo>
                  <a:lnTo>
                    <a:pt x="1990629" y="0"/>
                  </a:lnTo>
                  <a:lnTo>
                    <a:pt x="1990629" y="24959"/>
                  </a:lnTo>
                  <a:lnTo>
                    <a:pt x="1938244" y="49918"/>
                  </a:lnTo>
                  <a:lnTo>
                    <a:pt x="1912052" y="49918"/>
                  </a:lnTo>
                  <a:lnTo>
                    <a:pt x="1885859" y="49918"/>
                  </a:lnTo>
                  <a:lnTo>
                    <a:pt x="1859667" y="49918"/>
                  </a:lnTo>
                  <a:lnTo>
                    <a:pt x="1859667" y="74878"/>
                  </a:lnTo>
                  <a:lnTo>
                    <a:pt x="1807282" y="74878"/>
                  </a:lnTo>
                  <a:lnTo>
                    <a:pt x="1781089" y="74878"/>
                  </a:lnTo>
                  <a:lnTo>
                    <a:pt x="1754897" y="74878"/>
                  </a:lnTo>
                  <a:lnTo>
                    <a:pt x="1728704" y="74878"/>
                  </a:lnTo>
                  <a:lnTo>
                    <a:pt x="1702512" y="74878"/>
                  </a:lnTo>
                  <a:lnTo>
                    <a:pt x="1702512" y="99837"/>
                  </a:lnTo>
                  <a:lnTo>
                    <a:pt x="1676319" y="99837"/>
                  </a:lnTo>
                  <a:lnTo>
                    <a:pt x="1650127" y="99837"/>
                  </a:lnTo>
                  <a:lnTo>
                    <a:pt x="1623934" y="99837"/>
                  </a:lnTo>
                  <a:lnTo>
                    <a:pt x="1597742" y="99837"/>
                  </a:lnTo>
                  <a:lnTo>
                    <a:pt x="1571549" y="99837"/>
                  </a:lnTo>
                  <a:lnTo>
                    <a:pt x="1545357" y="99837"/>
                  </a:lnTo>
                  <a:lnTo>
                    <a:pt x="1492972" y="99837"/>
                  </a:lnTo>
                  <a:lnTo>
                    <a:pt x="1466779" y="99837"/>
                  </a:lnTo>
                  <a:lnTo>
                    <a:pt x="1440587" y="99837"/>
                  </a:lnTo>
                  <a:lnTo>
                    <a:pt x="1414394" y="99837"/>
                  </a:lnTo>
                  <a:lnTo>
                    <a:pt x="1388202" y="99837"/>
                  </a:lnTo>
                  <a:lnTo>
                    <a:pt x="1362009" y="99837"/>
                  </a:lnTo>
                  <a:lnTo>
                    <a:pt x="1335817" y="99837"/>
                  </a:lnTo>
                  <a:lnTo>
                    <a:pt x="1309624" y="99837"/>
                  </a:lnTo>
                  <a:lnTo>
                    <a:pt x="1283432" y="99837"/>
                  </a:lnTo>
                  <a:lnTo>
                    <a:pt x="1283432" y="124797"/>
                  </a:lnTo>
                  <a:lnTo>
                    <a:pt x="1257239" y="124797"/>
                  </a:lnTo>
                  <a:lnTo>
                    <a:pt x="1257239" y="149756"/>
                  </a:lnTo>
                  <a:lnTo>
                    <a:pt x="1204854" y="149756"/>
                  </a:lnTo>
                  <a:lnTo>
                    <a:pt x="1152469" y="149756"/>
                  </a:lnTo>
                  <a:lnTo>
                    <a:pt x="1126277" y="149756"/>
                  </a:lnTo>
                  <a:lnTo>
                    <a:pt x="1126277" y="174715"/>
                  </a:lnTo>
                  <a:lnTo>
                    <a:pt x="1073892" y="174715"/>
                  </a:lnTo>
                  <a:lnTo>
                    <a:pt x="1021507" y="199675"/>
                  </a:lnTo>
                  <a:lnTo>
                    <a:pt x="995314" y="224634"/>
                  </a:lnTo>
                  <a:lnTo>
                    <a:pt x="969122" y="224634"/>
                  </a:lnTo>
                  <a:lnTo>
                    <a:pt x="942929" y="224634"/>
                  </a:lnTo>
                  <a:lnTo>
                    <a:pt x="942929" y="249594"/>
                  </a:lnTo>
                  <a:lnTo>
                    <a:pt x="890544" y="249594"/>
                  </a:lnTo>
                  <a:lnTo>
                    <a:pt x="864352" y="249594"/>
                  </a:lnTo>
                  <a:lnTo>
                    <a:pt x="838159" y="249594"/>
                  </a:lnTo>
                  <a:lnTo>
                    <a:pt x="811967" y="249594"/>
                  </a:lnTo>
                  <a:lnTo>
                    <a:pt x="759582" y="249594"/>
                  </a:lnTo>
                  <a:lnTo>
                    <a:pt x="759582" y="274553"/>
                  </a:lnTo>
                  <a:lnTo>
                    <a:pt x="733389" y="274553"/>
                  </a:lnTo>
                  <a:lnTo>
                    <a:pt x="733389" y="299512"/>
                  </a:lnTo>
                  <a:lnTo>
                    <a:pt x="707197" y="299512"/>
                  </a:lnTo>
                  <a:lnTo>
                    <a:pt x="654812" y="299512"/>
                  </a:lnTo>
                  <a:lnTo>
                    <a:pt x="654812" y="324472"/>
                  </a:lnTo>
                  <a:lnTo>
                    <a:pt x="628619" y="324472"/>
                  </a:lnTo>
                  <a:lnTo>
                    <a:pt x="602427" y="324472"/>
                  </a:lnTo>
                  <a:lnTo>
                    <a:pt x="602427" y="349431"/>
                  </a:lnTo>
                  <a:lnTo>
                    <a:pt x="576234" y="349431"/>
                  </a:lnTo>
                  <a:lnTo>
                    <a:pt x="550042" y="349431"/>
                  </a:lnTo>
                  <a:lnTo>
                    <a:pt x="523849" y="349431"/>
                  </a:lnTo>
                  <a:lnTo>
                    <a:pt x="471464" y="349431"/>
                  </a:lnTo>
                  <a:lnTo>
                    <a:pt x="445272" y="349431"/>
                  </a:lnTo>
                  <a:lnTo>
                    <a:pt x="419079" y="349431"/>
                  </a:lnTo>
                  <a:lnTo>
                    <a:pt x="392887" y="349431"/>
                  </a:lnTo>
                  <a:lnTo>
                    <a:pt x="340502" y="374391"/>
                  </a:lnTo>
                  <a:lnTo>
                    <a:pt x="314309" y="374391"/>
                  </a:lnTo>
                  <a:lnTo>
                    <a:pt x="314309" y="399350"/>
                  </a:lnTo>
                  <a:lnTo>
                    <a:pt x="314309" y="424310"/>
                  </a:lnTo>
                  <a:lnTo>
                    <a:pt x="314309" y="449269"/>
                  </a:lnTo>
                  <a:lnTo>
                    <a:pt x="314309" y="499188"/>
                  </a:lnTo>
                  <a:lnTo>
                    <a:pt x="314309" y="549107"/>
                  </a:lnTo>
                  <a:lnTo>
                    <a:pt x="314309" y="574066"/>
                  </a:lnTo>
                  <a:lnTo>
                    <a:pt x="314309" y="599025"/>
                  </a:lnTo>
                  <a:lnTo>
                    <a:pt x="314309" y="623985"/>
                  </a:lnTo>
                  <a:lnTo>
                    <a:pt x="314309" y="648944"/>
                  </a:lnTo>
                  <a:lnTo>
                    <a:pt x="314309" y="673904"/>
                  </a:lnTo>
                  <a:lnTo>
                    <a:pt x="288117" y="673904"/>
                  </a:lnTo>
                  <a:lnTo>
                    <a:pt x="288117" y="698863"/>
                  </a:lnTo>
                  <a:lnTo>
                    <a:pt x="288117" y="723823"/>
                  </a:lnTo>
                  <a:lnTo>
                    <a:pt x="261924" y="723823"/>
                  </a:lnTo>
                  <a:lnTo>
                    <a:pt x="261924" y="748782"/>
                  </a:lnTo>
                  <a:lnTo>
                    <a:pt x="261924" y="773741"/>
                  </a:lnTo>
                  <a:lnTo>
                    <a:pt x="261924" y="798701"/>
                  </a:lnTo>
                  <a:lnTo>
                    <a:pt x="261924" y="823660"/>
                  </a:lnTo>
                  <a:lnTo>
                    <a:pt x="235732" y="823660"/>
                  </a:lnTo>
                  <a:lnTo>
                    <a:pt x="235732" y="873579"/>
                  </a:lnTo>
                  <a:lnTo>
                    <a:pt x="235732" y="898538"/>
                  </a:lnTo>
                  <a:lnTo>
                    <a:pt x="235732" y="948457"/>
                  </a:lnTo>
                  <a:lnTo>
                    <a:pt x="235732" y="973417"/>
                  </a:lnTo>
                  <a:lnTo>
                    <a:pt x="235732" y="998376"/>
                  </a:lnTo>
                  <a:lnTo>
                    <a:pt x="235732" y="1023336"/>
                  </a:lnTo>
                  <a:lnTo>
                    <a:pt x="235732" y="1048295"/>
                  </a:lnTo>
                  <a:lnTo>
                    <a:pt x="209539" y="1073254"/>
                  </a:lnTo>
                  <a:lnTo>
                    <a:pt x="209539" y="1123173"/>
                  </a:lnTo>
                  <a:lnTo>
                    <a:pt x="209539" y="1173092"/>
                  </a:lnTo>
                  <a:lnTo>
                    <a:pt x="209539" y="1223011"/>
                  </a:lnTo>
                  <a:lnTo>
                    <a:pt x="209539" y="1247970"/>
                  </a:lnTo>
                  <a:lnTo>
                    <a:pt x="209539" y="1272930"/>
                  </a:lnTo>
                  <a:lnTo>
                    <a:pt x="209539" y="1297889"/>
                  </a:lnTo>
                  <a:lnTo>
                    <a:pt x="183347" y="1322849"/>
                  </a:lnTo>
                  <a:lnTo>
                    <a:pt x="157154" y="1347808"/>
                  </a:lnTo>
                  <a:lnTo>
                    <a:pt x="157154" y="1372767"/>
                  </a:lnTo>
                  <a:lnTo>
                    <a:pt x="130962" y="1372767"/>
                  </a:lnTo>
                  <a:lnTo>
                    <a:pt x="104769" y="1372767"/>
                  </a:lnTo>
                  <a:lnTo>
                    <a:pt x="104769" y="1422686"/>
                  </a:lnTo>
                  <a:lnTo>
                    <a:pt x="78577" y="1447646"/>
                  </a:lnTo>
                  <a:lnTo>
                    <a:pt x="52384" y="1497564"/>
                  </a:lnTo>
                  <a:lnTo>
                    <a:pt x="52384" y="1572443"/>
                  </a:lnTo>
                  <a:lnTo>
                    <a:pt x="52384" y="1622361"/>
                  </a:lnTo>
                  <a:lnTo>
                    <a:pt x="52384" y="1647321"/>
                  </a:lnTo>
                  <a:lnTo>
                    <a:pt x="52384" y="1697240"/>
                  </a:lnTo>
                  <a:lnTo>
                    <a:pt x="52384" y="1722199"/>
                  </a:lnTo>
                  <a:lnTo>
                    <a:pt x="52384" y="1772118"/>
                  </a:lnTo>
                  <a:lnTo>
                    <a:pt x="52384" y="1797077"/>
                  </a:lnTo>
                  <a:lnTo>
                    <a:pt x="52384" y="1846996"/>
                  </a:lnTo>
                  <a:lnTo>
                    <a:pt x="52384" y="1871956"/>
                  </a:lnTo>
                  <a:lnTo>
                    <a:pt x="52384" y="1921874"/>
                  </a:lnTo>
                  <a:lnTo>
                    <a:pt x="52384" y="1946834"/>
                  </a:lnTo>
                  <a:lnTo>
                    <a:pt x="52384" y="2046672"/>
                  </a:lnTo>
                  <a:lnTo>
                    <a:pt x="52384" y="2121550"/>
                  </a:lnTo>
                  <a:lnTo>
                    <a:pt x="52384" y="2171469"/>
                  </a:lnTo>
                  <a:lnTo>
                    <a:pt x="52384" y="2221387"/>
                  </a:lnTo>
                  <a:lnTo>
                    <a:pt x="52384" y="2246347"/>
                  </a:lnTo>
                  <a:lnTo>
                    <a:pt x="26192" y="2296266"/>
                  </a:lnTo>
                  <a:lnTo>
                    <a:pt x="26192" y="2371144"/>
                  </a:lnTo>
                  <a:lnTo>
                    <a:pt x="26192" y="2396103"/>
                  </a:lnTo>
                  <a:lnTo>
                    <a:pt x="26192" y="2421063"/>
                  </a:lnTo>
                  <a:lnTo>
                    <a:pt x="26192" y="2446022"/>
                  </a:lnTo>
                  <a:lnTo>
                    <a:pt x="26192" y="2495941"/>
                  </a:lnTo>
                  <a:lnTo>
                    <a:pt x="26192" y="2520900"/>
                  </a:lnTo>
                  <a:lnTo>
                    <a:pt x="26192" y="2570819"/>
                  </a:lnTo>
                  <a:lnTo>
                    <a:pt x="26192" y="2595779"/>
                  </a:lnTo>
                  <a:lnTo>
                    <a:pt x="26192" y="2645698"/>
                  </a:lnTo>
                  <a:lnTo>
                    <a:pt x="26192" y="2695616"/>
                  </a:lnTo>
                  <a:lnTo>
                    <a:pt x="26192" y="2770495"/>
                  </a:lnTo>
                  <a:lnTo>
                    <a:pt x="26192" y="2795454"/>
                  </a:lnTo>
                  <a:lnTo>
                    <a:pt x="26192" y="2845373"/>
                  </a:lnTo>
                  <a:lnTo>
                    <a:pt x="26192" y="2870332"/>
                  </a:lnTo>
                  <a:lnTo>
                    <a:pt x="26192" y="2895292"/>
                  </a:lnTo>
                  <a:lnTo>
                    <a:pt x="26192" y="2920251"/>
                  </a:lnTo>
                  <a:lnTo>
                    <a:pt x="26192" y="2945211"/>
                  </a:lnTo>
                  <a:lnTo>
                    <a:pt x="26192" y="2970170"/>
                  </a:lnTo>
                  <a:lnTo>
                    <a:pt x="26192" y="2995129"/>
                  </a:lnTo>
                  <a:lnTo>
                    <a:pt x="26192" y="3020089"/>
                  </a:lnTo>
                  <a:lnTo>
                    <a:pt x="26192" y="3094967"/>
                  </a:lnTo>
                  <a:lnTo>
                    <a:pt x="26192" y="3119926"/>
                  </a:lnTo>
                  <a:lnTo>
                    <a:pt x="26192" y="3144886"/>
                  </a:lnTo>
                  <a:lnTo>
                    <a:pt x="26192" y="3169845"/>
                  </a:lnTo>
                  <a:lnTo>
                    <a:pt x="26192" y="3244723"/>
                  </a:lnTo>
                  <a:lnTo>
                    <a:pt x="26192" y="3269683"/>
                  </a:lnTo>
                  <a:lnTo>
                    <a:pt x="26192" y="3294642"/>
                  </a:lnTo>
                  <a:lnTo>
                    <a:pt x="26192" y="3319602"/>
                  </a:lnTo>
                  <a:lnTo>
                    <a:pt x="26192" y="3369521"/>
                  </a:lnTo>
                  <a:lnTo>
                    <a:pt x="0" y="3394480"/>
                  </a:lnTo>
                  <a:lnTo>
                    <a:pt x="0" y="3394480"/>
                  </a:lnTo>
                  <a:lnTo>
                    <a:pt x="0" y="3419439"/>
                  </a:lnTo>
                  <a:lnTo>
                    <a:pt x="0" y="3444399"/>
                  </a:lnTo>
                  <a:lnTo>
                    <a:pt x="0" y="3494318"/>
                  </a:lnTo>
                  <a:lnTo>
                    <a:pt x="0" y="3544236"/>
                  </a:lnTo>
                  <a:lnTo>
                    <a:pt x="0" y="3594155"/>
                  </a:lnTo>
                  <a:lnTo>
                    <a:pt x="0" y="3619115"/>
                  </a:lnTo>
                  <a:lnTo>
                    <a:pt x="0" y="3669034"/>
                  </a:lnTo>
                  <a:lnTo>
                    <a:pt x="0" y="3693993"/>
                  </a:lnTo>
                  <a:lnTo>
                    <a:pt x="0" y="3743912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D1AA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81259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50296" y="0"/>
                  </a:lnTo>
                  <a:lnTo>
                    <a:pt x="3824104" y="0"/>
                  </a:lnTo>
                  <a:lnTo>
                    <a:pt x="3797911" y="0"/>
                  </a:lnTo>
                  <a:lnTo>
                    <a:pt x="3771719" y="0"/>
                  </a:lnTo>
                  <a:lnTo>
                    <a:pt x="3745526" y="0"/>
                  </a:lnTo>
                  <a:lnTo>
                    <a:pt x="3719334" y="0"/>
                  </a:lnTo>
                  <a:lnTo>
                    <a:pt x="3693141" y="0"/>
                  </a:lnTo>
                  <a:lnTo>
                    <a:pt x="3666949" y="0"/>
                  </a:lnTo>
                  <a:lnTo>
                    <a:pt x="3640756" y="0"/>
                  </a:lnTo>
                  <a:lnTo>
                    <a:pt x="3614564" y="0"/>
                  </a:lnTo>
                  <a:lnTo>
                    <a:pt x="3588371" y="0"/>
                  </a:lnTo>
                  <a:lnTo>
                    <a:pt x="3562179" y="0"/>
                  </a:lnTo>
                  <a:lnTo>
                    <a:pt x="3535986" y="0"/>
                  </a:lnTo>
                  <a:lnTo>
                    <a:pt x="3509794" y="0"/>
                  </a:lnTo>
                  <a:lnTo>
                    <a:pt x="3483601" y="0"/>
                  </a:lnTo>
                  <a:lnTo>
                    <a:pt x="3457409" y="0"/>
                  </a:lnTo>
                  <a:lnTo>
                    <a:pt x="3431216" y="0"/>
                  </a:lnTo>
                  <a:lnTo>
                    <a:pt x="3405024" y="0"/>
                  </a:lnTo>
                  <a:lnTo>
                    <a:pt x="3378831" y="0"/>
                  </a:lnTo>
                  <a:lnTo>
                    <a:pt x="3352639" y="0"/>
                  </a:lnTo>
                  <a:lnTo>
                    <a:pt x="3326446" y="0"/>
                  </a:lnTo>
                  <a:lnTo>
                    <a:pt x="3326446" y="24959"/>
                  </a:lnTo>
                  <a:lnTo>
                    <a:pt x="3300254" y="24959"/>
                  </a:lnTo>
                  <a:lnTo>
                    <a:pt x="3274061" y="24959"/>
                  </a:lnTo>
                  <a:lnTo>
                    <a:pt x="3247869" y="24959"/>
                  </a:lnTo>
                  <a:lnTo>
                    <a:pt x="3221676" y="24959"/>
                  </a:lnTo>
                  <a:lnTo>
                    <a:pt x="3195484" y="24959"/>
                  </a:lnTo>
                  <a:lnTo>
                    <a:pt x="3169292" y="24959"/>
                  </a:lnTo>
                  <a:lnTo>
                    <a:pt x="3143099" y="24959"/>
                  </a:lnTo>
                  <a:lnTo>
                    <a:pt x="3116907" y="24959"/>
                  </a:lnTo>
                  <a:lnTo>
                    <a:pt x="3090714" y="24959"/>
                  </a:lnTo>
                  <a:lnTo>
                    <a:pt x="3064522" y="24959"/>
                  </a:lnTo>
                  <a:lnTo>
                    <a:pt x="3038329" y="24959"/>
                  </a:lnTo>
                  <a:lnTo>
                    <a:pt x="3012137" y="24959"/>
                  </a:lnTo>
                  <a:lnTo>
                    <a:pt x="2985944" y="24959"/>
                  </a:lnTo>
                  <a:lnTo>
                    <a:pt x="2959752" y="24959"/>
                  </a:lnTo>
                  <a:lnTo>
                    <a:pt x="2933559" y="24959"/>
                  </a:lnTo>
                  <a:lnTo>
                    <a:pt x="2907367" y="24959"/>
                  </a:lnTo>
                  <a:lnTo>
                    <a:pt x="2881174" y="24959"/>
                  </a:lnTo>
                  <a:lnTo>
                    <a:pt x="2854982" y="24959"/>
                  </a:lnTo>
                  <a:lnTo>
                    <a:pt x="2828789" y="24959"/>
                  </a:lnTo>
                  <a:lnTo>
                    <a:pt x="2802597" y="24959"/>
                  </a:lnTo>
                  <a:lnTo>
                    <a:pt x="2776404" y="24959"/>
                  </a:lnTo>
                  <a:lnTo>
                    <a:pt x="2750212" y="24959"/>
                  </a:lnTo>
                  <a:lnTo>
                    <a:pt x="2724019" y="24959"/>
                  </a:lnTo>
                  <a:lnTo>
                    <a:pt x="2697827" y="24959"/>
                  </a:lnTo>
                  <a:lnTo>
                    <a:pt x="2671634" y="24959"/>
                  </a:lnTo>
                  <a:lnTo>
                    <a:pt x="2645442" y="24959"/>
                  </a:lnTo>
                  <a:lnTo>
                    <a:pt x="2619249" y="24959"/>
                  </a:lnTo>
                  <a:lnTo>
                    <a:pt x="2593057" y="24959"/>
                  </a:lnTo>
                  <a:lnTo>
                    <a:pt x="2566864" y="24959"/>
                  </a:lnTo>
                  <a:lnTo>
                    <a:pt x="2540672" y="24959"/>
                  </a:lnTo>
                  <a:lnTo>
                    <a:pt x="2514479" y="24959"/>
                  </a:lnTo>
                  <a:lnTo>
                    <a:pt x="2488287" y="24959"/>
                  </a:lnTo>
                  <a:lnTo>
                    <a:pt x="2462094" y="24959"/>
                  </a:lnTo>
                  <a:lnTo>
                    <a:pt x="2435902" y="24959"/>
                  </a:lnTo>
                  <a:lnTo>
                    <a:pt x="2435902" y="49918"/>
                  </a:lnTo>
                  <a:lnTo>
                    <a:pt x="2409709" y="49918"/>
                  </a:lnTo>
                  <a:lnTo>
                    <a:pt x="2383517" y="49918"/>
                  </a:lnTo>
                  <a:lnTo>
                    <a:pt x="2357324" y="49918"/>
                  </a:lnTo>
                  <a:lnTo>
                    <a:pt x="2331132" y="49918"/>
                  </a:lnTo>
                  <a:lnTo>
                    <a:pt x="2304939" y="49918"/>
                  </a:lnTo>
                  <a:lnTo>
                    <a:pt x="2304939" y="74878"/>
                  </a:lnTo>
                  <a:lnTo>
                    <a:pt x="2278747" y="74878"/>
                  </a:lnTo>
                  <a:lnTo>
                    <a:pt x="2252554" y="74878"/>
                  </a:lnTo>
                  <a:lnTo>
                    <a:pt x="2226362" y="74878"/>
                  </a:lnTo>
                  <a:lnTo>
                    <a:pt x="2200169" y="74878"/>
                  </a:lnTo>
                  <a:lnTo>
                    <a:pt x="2173977" y="74878"/>
                  </a:lnTo>
                  <a:lnTo>
                    <a:pt x="2147784" y="74878"/>
                  </a:lnTo>
                  <a:lnTo>
                    <a:pt x="2147784" y="99837"/>
                  </a:lnTo>
                  <a:lnTo>
                    <a:pt x="2147784" y="124797"/>
                  </a:lnTo>
                  <a:lnTo>
                    <a:pt x="2121592" y="124797"/>
                  </a:lnTo>
                  <a:lnTo>
                    <a:pt x="2121592" y="149756"/>
                  </a:lnTo>
                  <a:lnTo>
                    <a:pt x="2095399" y="149756"/>
                  </a:lnTo>
                  <a:lnTo>
                    <a:pt x="2069207" y="149756"/>
                  </a:lnTo>
                  <a:lnTo>
                    <a:pt x="2043014" y="149756"/>
                  </a:lnTo>
                  <a:lnTo>
                    <a:pt x="2016822" y="149756"/>
                  </a:lnTo>
                  <a:lnTo>
                    <a:pt x="1990629" y="149756"/>
                  </a:lnTo>
                  <a:lnTo>
                    <a:pt x="1964437" y="149756"/>
                  </a:lnTo>
                  <a:lnTo>
                    <a:pt x="1938244" y="149756"/>
                  </a:lnTo>
                  <a:lnTo>
                    <a:pt x="1912052" y="149756"/>
                  </a:lnTo>
                  <a:lnTo>
                    <a:pt x="1885859" y="149756"/>
                  </a:lnTo>
                  <a:lnTo>
                    <a:pt x="1859667" y="149756"/>
                  </a:lnTo>
                  <a:lnTo>
                    <a:pt x="1833474" y="149756"/>
                  </a:lnTo>
                  <a:lnTo>
                    <a:pt x="1807282" y="149756"/>
                  </a:lnTo>
                  <a:lnTo>
                    <a:pt x="1781089" y="149756"/>
                  </a:lnTo>
                  <a:lnTo>
                    <a:pt x="1781089" y="174715"/>
                  </a:lnTo>
                  <a:lnTo>
                    <a:pt x="1754897" y="174715"/>
                  </a:lnTo>
                  <a:lnTo>
                    <a:pt x="1728704" y="174715"/>
                  </a:lnTo>
                  <a:lnTo>
                    <a:pt x="1702512" y="174715"/>
                  </a:lnTo>
                  <a:lnTo>
                    <a:pt x="1676319" y="174715"/>
                  </a:lnTo>
                  <a:lnTo>
                    <a:pt x="1650127" y="174715"/>
                  </a:lnTo>
                  <a:lnTo>
                    <a:pt x="1623934" y="174715"/>
                  </a:lnTo>
                  <a:lnTo>
                    <a:pt x="1597742" y="174715"/>
                  </a:lnTo>
                  <a:lnTo>
                    <a:pt x="1571549" y="174715"/>
                  </a:lnTo>
                  <a:lnTo>
                    <a:pt x="1545357" y="174715"/>
                  </a:lnTo>
                  <a:lnTo>
                    <a:pt x="1519164" y="174715"/>
                  </a:lnTo>
                  <a:lnTo>
                    <a:pt x="1519164" y="199675"/>
                  </a:lnTo>
                  <a:lnTo>
                    <a:pt x="1492972" y="199675"/>
                  </a:lnTo>
                  <a:lnTo>
                    <a:pt x="1466779" y="199675"/>
                  </a:lnTo>
                  <a:lnTo>
                    <a:pt x="1466779" y="224634"/>
                  </a:lnTo>
                  <a:lnTo>
                    <a:pt x="1440587" y="224634"/>
                  </a:lnTo>
                  <a:lnTo>
                    <a:pt x="1414394" y="224634"/>
                  </a:lnTo>
                  <a:lnTo>
                    <a:pt x="1388202" y="224634"/>
                  </a:lnTo>
                  <a:lnTo>
                    <a:pt x="1388202" y="249594"/>
                  </a:lnTo>
                  <a:lnTo>
                    <a:pt x="1362009" y="249594"/>
                  </a:lnTo>
                  <a:lnTo>
                    <a:pt x="1335817" y="249594"/>
                  </a:lnTo>
                  <a:lnTo>
                    <a:pt x="1309624" y="249594"/>
                  </a:lnTo>
                  <a:lnTo>
                    <a:pt x="1283432" y="249594"/>
                  </a:lnTo>
                  <a:lnTo>
                    <a:pt x="1257239" y="249594"/>
                  </a:lnTo>
                  <a:lnTo>
                    <a:pt x="1231047" y="249594"/>
                  </a:lnTo>
                  <a:lnTo>
                    <a:pt x="1204854" y="249594"/>
                  </a:lnTo>
                  <a:lnTo>
                    <a:pt x="1178662" y="249594"/>
                  </a:lnTo>
                  <a:lnTo>
                    <a:pt x="1152469" y="249594"/>
                  </a:lnTo>
                  <a:lnTo>
                    <a:pt x="1126277" y="249594"/>
                  </a:lnTo>
                  <a:lnTo>
                    <a:pt x="1100084" y="249594"/>
                  </a:lnTo>
                  <a:lnTo>
                    <a:pt x="1073892" y="249594"/>
                  </a:lnTo>
                  <a:lnTo>
                    <a:pt x="1073892" y="274553"/>
                  </a:lnTo>
                  <a:lnTo>
                    <a:pt x="1073892" y="299512"/>
                  </a:lnTo>
                  <a:lnTo>
                    <a:pt x="1047699" y="299512"/>
                  </a:lnTo>
                  <a:lnTo>
                    <a:pt x="1021507" y="299512"/>
                  </a:lnTo>
                  <a:lnTo>
                    <a:pt x="995314" y="299512"/>
                  </a:lnTo>
                  <a:lnTo>
                    <a:pt x="969122" y="299512"/>
                  </a:lnTo>
                  <a:lnTo>
                    <a:pt x="942929" y="299512"/>
                  </a:lnTo>
                  <a:lnTo>
                    <a:pt x="942929" y="324472"/>
                  </a:lnTo>
                  <a:lnTo>
                    <a:pt x="916737" y="324472"/>
                  </a:lnTo>
                  <a:lnTo>
                    <a:pt x="890544" y="324472"/>
                  </a:lnTo>
                  <a:lnTo>
                    <a:pt x="864352" y="324472"/>
                  </a:lnTo>
                  <a:lnTo>
                    <a:pt x="838159" y="324472"/>
                  </a:lnTo>
                  <a:lnTo>
                    <a:pt x="811967" y="324472"/>
                  </a:lnTo>
                  <a:lnTo>
                    <a:pt x="811967" y="349431"/>
                  </a:lnTo>
                  <a:lnTo>
                    <a:pt x="785774" y="349431"/>
                  </a:lnTo>
                  <a:lnTo>
                    <a:pt x="785774" y="374391"/>
                  </a:lnTo>
                  <a:lnTo>
                    <a:pt x="759582" y="374391"/>
                  </a:lnTo>
                  <a:lnTo>
                    <a:pt x="759582" y="399350"/>
                  </a:lnTo>
                  <a:lnTo>
                    <a:pt x="733389" y="399350"/>
                  </a:lnTo>
                  <a:lnTo>
                    <a:pt x="733389" y="424310"/>
                  </a:lnTo>
                  <a:lnTo>
                    <a:pt x="707197" y="424310"/>
                  </a:lnTo>
                  <a:lnTo>
                    <a:pt x="681004" y="424310"/>
                  </a:lnTo>
                  <a:lnTo>
                    <a:pt x="654812" y="424310"/>
                  </a:lnTo>
                  <a:lnTo>
                    <a:pt x="628619" y="424310"/>
                  </a:lnTo>
                  <a:lnTo>
                    <a:pt x="602427" y="424310"/>
                  </a:lnTo>
                  <a:lnTo>
                    <a:pt x="576234" y="424310"/>
                  </a:lnTo>
                  <a:lnTo>
                    <a:pt x="550042" y="424310"/>
                  </a:lnTo>
                  <a:lnTo>
                    <a:pt x="550042" y="449269"/>
                  </a:lnTo>
                  <a:lnTo>
                    <a:pt x="523849" y="449269"/>
                  </a:lnTo>
                  <a:lnTo>
                    <a:pt x="523849" y="474228"/>
                  </a:lnTo>
                  <a:lnTo>
                    <a:pt x="497657" y="499188"/>
                  </a:lnTo>
                  <a:lnTo>
                    <a:pt x="497657" y="524147"/>
                  </a:lnTo>
                  <a:lnTo>
                    <a:pt x="497657" y="549107"/>
                  </a:lnTo>
                  <a:lnTo>
                    <a:pt x="497657" y="574066"/>
                  </a:lnTo>
                  <a:lnTo>
                    <a:pt x="497657" y="599025"/>
                  </a:lnTo>
                  <a:lnTo>
                    <a:pt x="497657" y="623985"/>
                  </a:lnTo>
                  <a:lnTo>
                    <a:pt x="497657" y="648944"/>
                  </a:lnTo>
                  <a:lnTo>
                    <a:pt x="497657" y="673904"/>
                  </a:lnTo>
                  <a:lnTo>
                    <a:pt x="471464" y="673904"/>
                  </a:lnTo>
                  <a:lnTo>
                    <a:pt x="471464" y="698863"/>
                  </a:lnTo>
                  <a:lnTo>
                    <a:pt x="471464" y="723823"/>
                  </a:lnTo>
                  <a:lnTo>
                    <a:pt x="471464" y="748782"/>
                  </a:lnTo>
                  <a:lnTo>
                    <a:pt x="445272" y="748782"/>
                  </a:lnTo>
                  <a:lnTo>
                    <a:pt x="419079" y="748782"/>
                  </a:lnTo>
                  <a:lnTo>
                    <a:pt x="419079" y="773741"/>
                  </a:lnTo>
                  <a:lnTo>
                    <a:pt x="392887" y="773741"/>
                  </a:lnTo>
                  <a:lnTo>
                    <a:pt x="392887" y="798701"/>
                  </a:lnTo>
                  <a:lnTo>
                    <a:pt x="392887" y="823660"/>
                  </a:lnTo>
                  <a:lnTo>
                    <a:pt x="392887" y="848620"/>
                  </a:lnTo>
                  <a:lnTo>
                    <a:pt x="392887" y="873579"/>
                  </a:lnTo>
                  <a:lnTo>
                    <a:pt x="366694" y="873579"/>
                  </a:lnTo>
                  <a:lnTo>
                    <a:pt x="366694" y="898538"/>
                  </a:lnTo>
                  <a:lnTo>
                    <a:pt x="366694" y="923498"/>
                  </a:lnTo>
                  <a:lnTo>
                    <a:pt x="340502" y="923498"/>
                  </a:lnTo>
                  <a:lnTo>
                    <a:pt x="340502" y="948457"/>
                  </a:lnTo>
                  <a:lnTo>
                    <a:pt x="340502" y="973417"/>
                  </a:lnTo>
                  <a:lnTo>
                    <a:pt x="314309" y="973417"/>
                  </a:lnTo>
                  <a:lnTo>
                    <a:pt x="314309" y="998376"/>
                  </a:lnTo>
                  <a:lnTo>
                    <a:pt x="314309" y="1023336"/>
                  </a:lnTo>
                  <a:lnTo>
                    <a:pt x="314309" y="1048295"/>
                  </a:lnTo>
                  <a:lnTo>
                    <a:pt x="314309" y="1073254"/>
                  </a:lnTo>
                  <a:lnTo>
                    <a:pt x="314309" y="1098214"/>
                  </a:lnTo>
                  <a:lnTo>
                    <a:pt x="288117" y="1098214"/>
                  </a:lnTo>
                  <a:lnTo>
                    <a:pt x="261924" y="1098214"/>
                  </a:lnTo>
                  <a:lnTo>
                    <a:pt x="261924" y="1123173"/>
                  </a:lnTo>
                  <a:lnTo>
                    <a:pt x="261924" y="1148133"/>
                  </a:lnTo>
                  <a:lnTo>
                    <a:pt x="261924" y="1173092"/>
                  </a:lnTo>
                  <a:lnTo>
                    <a:pt x="261924" y="1198051"/>
                  </a:lnTo>
                  <a:lnTo>
                    <a:pt x="261924" y="1223011"/>
                  </a:lnTo>
                  <a:lnTo>
                    <a:pt x="261924" y="1247970"/>
                  </a:lnTo>
                  <a:lnTo>
                    <a:pt x="261924" y="1272930"/>
                  </a:lnTo>
                  <a:lnTo>
                    <a:pt x="235732" y="1272930"/>
                  </a:lnTo>
                  <a:lnTo>
                    <a:pt x="235732" y="1297889"/>
                  </a:lnTo>
                  <a:lnTo>
                    <a:pt x="209539" y="1297889"/>
                  </a:lnTo>
                  <a:lnTo>
                    <a:pt x="209539" y="1322849"/>
                  </a:lnTo>
                  <a:lnTo>
                    <a:pt x="209539" y="1347808"/>
                  </a:lnTo>
                  <a:lnTo>
                    <a:pt x="209539" y="1372767"/>
                  </a:lnTo>
                  <a:lnTo>
                    <a:pt x="183347" y="1372767"/>
                  </a:lnTo>
                  <a:lnTo>
                    <a:pt x="183347" y="1397727"/>
                  </a:lnTo>
                  <a:lnTo>
                    <a:pt x="183347" y="1422686"/>
                  </a:lnTo>
                  <a:lnTo>
                    <a:pt x="183347" y="1447646"/>
                  </a:lnTo>
                  <a:lnTo>
                    <a:pt x="183347" y="1472605"/>
                  </a:lnTo>
                  <a:lnTo>
                    <a:pt x="157154" y="1472605"/>
                  </a:lnTo>
                  <a:lnTo>
                    <a:pt x="157154" y="1497564"/>
                  </a:lnTo>
                  <a:lnTo>
                    <a:pt x="157154" y="1522524"/>
                  </a:lnTo>
                  <a:lnTo>
                    <a:pt x="157154" y="1547483"/>
                  </a:lnTo>
                  <a:lnTo>
                    <a:pt x="157154" y="1572443"/>
                  </a:lnTo>
                  <a:lnTo>
                    <a:pt x="157154" y="1597402"/>
                  </a:lnTo>
                  <a:lnTo>
                    <a:pt x="157154" y="1622361"/>
                  </a:lnTo>
                  <a:lnTo>
                    <a:pt x="157154" y="1647321"/>
                  </a:lnTo>
                  <a:lnTo>
                    <a:pt x="157154" y="1672280"/>
                  </a:lnTo>
                  <a:lnTo>
                    <a:pt x="157154" y="1697240"/>
                  </a:lnTo>
                  <a:lnTo>
                    <a:pt x="157154" y="1722199"/>
                  </a:lnTo>
                  <a:lnTo>
                    <a:pt x="130962" y="1722199"/>
                  </a:lnTo>
                  <a:lnTo>
                    <a:pt x="130962" y="1747159"/>
                  </a:lnTo>
                  <a:lnTo>
                    <a:pt x="130962" y="1772118"/>
                  </a:lnTo>
                  <a:lnTo>
                    <a:pt x="130962" y="1797077"/>
                  </a:lnTo>
                  <a:lnTo>
                    <a:pt x="130962" y="1822037"/>
                  </a:lnTo>
                  <a:lnTo>
                    <a:pt x="104769" y="1822037"/>
                  </a:lnTo>
                  <a:lnTo>
                    <a:pt x="104769" y="1846996"/>
                  </a:lnTo>
                  <a:lnTo>
                    <a:pt x="104769" y="1871956"/>
                  </a:lnTo>
                  <a:lnTo>
                    <a:pt x="104769" y="1896915"/>
                  </a:lnTo>
                  <a:lnTo>
                    <a:pt x="104769" y="1921874"/>
                  </a:lnTo>
                  <a:lnTo>
                    <a:pt x="104769" y="1946834"/>
                  </a:lnTo>
                  <a:lnTo>
                    <a:pt x="104769" y="1971793"/>
                  </a:lnTo>
                  <a:lnTo>
                    <a:pt x="104769" y="1996753"/>
                  </a:lnTo>
                  <a:lnTo>
                    <a:pt x="104769" y="2021712"/>
                  </a:lnTo>
                  <a:lnTo>
                    <a:pt x="104769" y="2046672"/>
                  </a:lnTo>
                  <a:lnTo>
                    <a:pt x="104769" y="2071631"/>
                  </a:lnTo>
                  <a:lnTo>
                    <a:pt x="104769" y="2096590"/>
                  </a:lnTo>
                  <a:lnTo>
                    <a:pt x="104769" y="2121550"/>
                  </a:lnTo>
                  <a:lnTo>
                    <a:pt x="104769" y="2146509"/>
                  </a:lnTo>
                  <a:lnTo>
                    <a:pt x="104769" y="2171469"/>
                  </a:lnTo>
                  <a:lnTo>
                    <a:pt x="104769" y="2196428"/>
                  </a:lnTo>
                  <a:lnTo>
                    <a:pt x="104769" y="2221387"/>
                  </a:lnTo>
                  <a:lnTo>
                    <a:pt x="104769" y="2246347"/>
                  </a:lnTo>
                  <a:lnTo>
                    <a:pt x="104769" y="2271306"/>
                  </a:lnTo>
                  <a:lnTo>
                    <a:pt x="104769" y="2296266"/>
                  </a:lnTo>
                  <a:lnTo>
                    <a:pt x="104769" y="2321225"/>
                  </a:lnTo>
                  <a:lnTo>
                    <a:pt x="104769" y="2346185"/>
                  </a:lnTo>
                  <a:lnTo>
                    <a:pt x="104769" y="2371144"/>
                  </a:lnTo>
                  <a:lnTo>
                    <a:pt x="104769" y="2396103"/>
                  </a:lnTo>
                  <a:lnTo>
                    <a:pt x="104769" y="2421063"/>
                  </a:lnTo>
                  <a:lnTo>
                    <a:pt x="104769" y="2446022"/>
                  </a:lnTo>
                  <a:lnTo>
                    <a:pt x="104769" y="2470982"/>
                  </a:lnTo>
                  <a:lnTo>
                    <a:pt x="104769" y="2495941"/>
                  </a:lnTo>
                  <a:lnTo>
                    <a:pt x="104769" y="2520900"/>
                  </a:lnTo>
                  <a:lnTo>
                    <a:pt x="104769" y="2545860"/>
                  </a:lnTo>
                  <a:lnTo>
                    <a:pt x="104769" y="2570819"/>
                  </a:lnTo>
                  <a:lnTo>
                    <a:pt x="104769" y="2595779"/>
                  </a:lnTo>
                  <a:lnTo>
                    <a:pt x="104769" y="2620738"/>
                  </a:lnTo>
                  <a:lnTo>
                    <a:pt x="104769" y="2645698"/>
                  </a:lnTo>
                  <a:lnTo>
                    <a:pt x="104769" y="2670657"/>
                  </a:lnTo>
                  <a:lnTo>
                    <a:pt x="104769" y="2695616"/>
                  </a:lnTo>
                  <a:lnTo>
                    <a:pt x="104769" y="2720576"/>
                  </a:lnTo>
                  <a:lnTo>
                    <a:pt x="104769" y="2745535"/>
                  </a:lnTo>
                  <a:lnTo>
                    <a:pt x="104769" y="2770495"/>
                  </a:lnTo>
                  <a:lnTo>
                    <a:pt x="104769" y="2795454"/>
                  </a:lnTo>
                  <a:lnTo>
                    <a:pt x="104769" y="2820413"/>
                  </a:lnTo>
                  <a:lnTo>
                    <a:pt x="104769" y="2845373"/>
                  </a:lnTo>
                  <a:lnTo>
                    <a:pt x="104769" y="2870332"/>
                  </a:lnTo>
                  <a:lnTo>
                    <a:pt x="104769" y="2895292"/>
                  </a:lnTo>
                  <a:lnTo>
                    <a:pt x="104769" y="2920251"/>
                  </a:lnTo>
                  <a:lnTo>
                    <a:pt x="78577" y="2920251"/>
                  </a:lnTo>
                  <a:lnTo>
                    <a:pt x="52384" y="2920251"/>
                  </a:lnTo>
                  <a:lnTo>
                    <a:pt x="52384" y="2945211"/>
                  </a:lnTo>
                  <a:lnTo>
                    <a:pt x="52384" y="2970170"/>
                  </a:lnTo>
                  <a:lnTo>
                    <a:pt x="52384" y="2995129"/>
                  </a:lnTo>
                  <a:lnTo>
                    <a:pt x="52384" y="3020089"/>
                  </a:lnTo>
                  <a:lnTo>
                    <a:pt x="52384" y="3045048"/>
                  </a:lnTo>
                  <a:lnTo>
                    <a:pt x="52384" y="3070008"/>
                  </a:lnTo>
                  <a:lnTo>
                    <a:pt x="52384" y="3094967"/>
                  </a:lnTo>
                  <a:lnTo>
                    <a:pt x="52384" y="3119926"/>
                  </a:lnTo>
                  <a:lnTo>
                    <a:pt x="52384" y="3144886"/>
                  </a:lnTo>
                  <a:lnTo>
                    <a:pt x="52384" y="3169845"/>
                  </a:lnTo>
                  <a:lnTo>
                    <a:pt x="52384" y="3194805"/>
                  </a:lnTo>
                  <a:lnTo>
                    <a:pt x="26192" y="3194805"/>
                  </a:lnTo>
                  <a:lnTo>
                    <a:pt x="26192" y="3219764"/>
                  </a:lnTo>
                  <a:lnTo>
                    <a:pt x="26192" y="3244723"/>
                  </a:lnTo>
                  <a:lnTo>
                    <a:pt x="26192" y="3269683"/>
                  </a:lnTo>
                  <a:lnTo>
                    <a:pt x="26192" y="3294642"/>
                  </a:lnTo>
                  <a:lnTo>
                    <a:pt x="26192" y="3319602"/>
                  </a:lnTo>
                  <a:lnTo>
                    <a:pt x="26192" y="3344561"/>
                  </a:lnTo>
                  <a:lnTo>
                    <a:pt x="26192" y="3369521"/>
                  </a:lnTo>
                  <a:lnTo>
                    <a:pt x="26192" y="3394480"/>
                  </a:lnTo>
                  <a:lnTo>
                    <a:pt x="26192" y="3419439"/>
                  </a:lnTo>
                  <a:lnTo>
                    <a:pt x="26192" y="3444399"/>
                  </a:lnTo>
                  <a:lnTo>
                    <a:pt x="26192" y="3469358"/>
                  </a:lnTo>
                  <a:lnTo>
                    <a:pt x="26192" y="3494318"/>
                  </a:lnTo>
                  <a:lnTo>
                    <a:pt x="26192" y="3519277"/>
                  </a:lnTo>
                  <a:lnTo>
                    <a:pt x="26192" y="3544236"/>
                  </a:lnTo>
                  <a:lnTo>
                    <a:pt x="26192" y="3569196"/>
                  </a:lnTo>
                  <a:lnTo>
                    <a:pt x="26192" y="3594155"/>
                  </a:lnTo>
                  <a:lnTo>
                    <a:pt x="26192" y="3619115"/>
                  </a:lnTo>
                  <a:lnTo>
                    <a:pt x="26192" y="3644074"/>
                  </a:lnTo>
                  <a:lnTo>
                    <a:pt x="0" y="3644074"/>
                  </a:lnTo>
                  <a:lnTo>
                    <a:pt x="0" y="3644074"/>
                  </a:lnTo>
                  <a:lnTo>
                    <a:pt x="0" y="3669034"/>
                  </a:lnTo>
                  <a:lnTo>
                    <a:pt x="0" y="3693993"/>
                  </a:lnTo>
                  <a:lnTo>
                    <a:pt x="0" y="3718952"/>
                  </a:lnTo>
                  <a:lnTo>
                    <a:pt x="0" y="3743912"/>
                  </a:lnTo>
                  <a:lnTo>
                    <a:pt x="0" y="3768871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A990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4086029" y="0"/>
                  </a:moveTo>
                  <a:lnTo>
                    <a:pt x="4059836" y="0"/>
                  </a:lnTo>
                  <a:lnTo>
                    <a:pt x="4033644" y="0"/>
                  </a:lnTo>
                  <a:lnTo>
                    <a:pt x="4007451" y="0"/>
                  </a:lnTo>
                  <a:lnTo>
                    <a:pt x="3981259" y="0"/>
                  </a:lnTo>
                  <a:lnTo>
                    <a:pt x="3955066" y="0"/>
                  </a:lnTo>
                  <a:lnTo>
                    <a:pt x="3928874" y="0"/>
                  </a:lnTo>
                  <a:lnTo>
                    <a:pt x="3902681" y="0"/>
                  </a:lnTo>
                  <a:lnTo>
                    <a:pt x="3876489" y="0"/>
                  </a:lnTo>
                  <a:lnTo>
                    <a:pt x="3850296" y="0"/>
                  </a:lnTo>
                  <a:lnTo>
                    <a:pt x="3824104" y="0"/>
                  </a:lnTo>
                  <a:lnTo>
                    <a:pt x="3797911" y="0"/>
                  </a:lnTo>
                  <a:lnTo>
                    <a:pt x="3771719" y="0"/>
                  </a:lnTo>
                  <a:lnTo>
                    <a:pt x="3745526" y="0"/>
                  </a:lnTo>
                  <a:lnTo>
                    <a:pt x="3719334" y="0"/>
                  </a:lnTo>
                  <a:lnTo>
                    <a:pt x="3693141" y="0"/>
                  </a:lnTo>
                  <a:lnTo>
                    <a:pt x="3666949" y="0"/>
                  </a:lnTo>
                  <a:lnTo>
                    <a:pt x="3640756" y="0"/>
                  </a:lnTo>
                  <a:lnTo>
                    <a:pt x="3614564" y="0"/>
                  </a:lnTo>
                  <a:lnTo>
                    <a:pt x="3588371" y="0"/>
                  </a:lnTo>
                  <a:lnTo>
                    <a:pt x="3562179" y="0"/>
                  </a:lnTo>
                  <a:lnTo>
                    <a:pt x="3535986" y="0"/>
                  </a:lnTo>
                  <a:lnTo>
                    <a:pt x="3509794" y="0"/>
                  </a:lnTo>
                  <a:lnTo>
                    <a:pt x="3483601" y="0"/>
                  </a:lnTo>
                  <a:lnTo>
                    <a:pt x="3457409" y="0"/>
                  </a:lnTo>
                  <a:lnTo>
                    <a:pt x="3431216" y="0"/>
                  </a:lnTo>
                  <a:lnTo>
                    <a:pt x="3405024" y="0"/>
                  </a:lnTo>
                  <a:lnTo>
                    <a:pt x="3378831" y="0"/>
                  </a:lnTo>
                  <a:lnTo>
                    <a:pt x="3352639" y="0"/>
                  </a:lnTo>
                  <a:lnTo>
                    <a:pt x="3352639" y="24959"/>
                  </a:lnTo>
                  <a:lnTo>
                    <a:pt x="3326446" y="24959"/>
                  </a:lnTo>
                  <a:lnTo>
                    <a:pt x="3300254" y="24959"/>
                  </a:lnTo>
                  <a:lnTo>
                    <a:pt x="3274061" y="24959"/>
                  </a:lnTo>
                  <a:lnTo>
                    <a:pt x="3247869" y="24959"/>
                  </a:lnTo>
                  <a:lnTo>
                    <a:pt x="3221676" y="24959"/>
                  </a:lnTo>
                  <a:lnTo>
                    <a:pt x="3195484" y="24959"/>
                  </a:lnTo>
                  <a:lnTo>
                    <a:pt x="3169292" y="24959"/>
                  </a:lnTo>
                  <a:lnTo>
                    <a:pt x="3143099" y="24959"/>
                  </a:lnTo>
                  <a:lnTo>
                    <a:pt x="3116907" y="24959"/>
                  </a:lnTo>
                  <a:lnTo>
                    <a:pt x="3090714" y="24959"/>
                  </a:lnTo>
                  <a:lnTo>
                    <a:pt x="3064522" y="24959"/>
                  </a:lnTo>
                  <a:lnTo>
                    <a:pt x="3038329" y="24959"/>
                  </a:lnTo>
                  <a:lnTo>
                    <a:pt x="3012137" y="24959"/>
                  </a:lnTo>
                  <a:lnTo>
                    <a:pt x="2985944" y="24959"/>
                  </a:lnTo>
                  <a:lnTo>
                    <a:pt x="2959752" y="24959"/>
                  </a:lnTo>
                  <a:lnTo>
                    <a:pt x="2933559" y="24959"/>
                  </a:lnTo>
                  <a:lnTo>
                    <a:pt x="2907367" y="24959"/>
                  </a:lnTo>
                  <a:lnTo>
                    <a:pt x="2881174" y="24959"/>
                  </a:lnTo>
                  <a:lnTo>
                    <a:pt x="2854982" y="24959"/>
                  </a:lnTo>
                  <a:lnTo>
                    <a:pt x="2828789" y="24959"/>
                  </a:lnTo>
                  <a:lnTo>
                    <a:pt x="2802597" y="24959"/>
                  </a:lnTo>
                  <a:lnTo>
                    <a:pt x="2776404" y="24959"/>
                  </a:lnTo>
                  <a:lnTo>
                    <a:pt x="2750212" y="24959"/>
                  </a:lnTo>
                  <a:lnTo>
                    <a:pt x="2724019" y="24959"/>
                  </a:lnTo>
                  <a:lnTo>
                    <a:pt x="2697827" y="24959"/>
                  </a:lnTo>
                  <a:lnTo>
                    <a:pt x="2671634" y="24959"/>
                  </a:lnTo>
                  <a:lnTo>
                    <a:pt x="2645442" y="24959"/>
                  </a:lnTo>
                  <a:lnTo>
                    <a:pt x="2619249" y="24959"/>
                  </a:lnTo>
                  <a:lnTo>
                    <a:pt x="2593057" y="24959"/>
                  </a:lnTo>
                  <a:lnTo>
                    <a:pt x="2566864" y="24959"/>
                  </a:lnTo>
                  <a:lnTo>
                    <a:pt x="2540672" y="24959"/>
                  </a:lnTo>
                  <a:lnTo>
                    <a:pt x="2514479" y="24959"/>
                  </a:lnTo>
                  <a:lnTo>
                    <a:pt x="2488287" y="24959"/>
                  </a:lnTo>
                  <a:lnTo>
                    <a:pt x="2462094" y="24959"/>
                  </a:lnTo>
                  <a:lnTo>
                    <a:pt x="2435902" y="24959"/>
                  </a:lnTo>
                  <a:lnTo>
                    <a:pt x="2409709" y="24959"/>
                  </a:lnTo>
                  <a:lnTo>
                    <a:pt x="2383517" y="24959"/>
                  </a:lnTo>
                  <a:lnTo>
                    <a:pt x="2357324" y="24959"/>
                  </a:lnTo>
                  <a:lnTo>
                    <a:pt x="2331132" y="24959"/>
                  </a:lnTo>
                  <a:lnTo>
                    <a:pt x="2304939" y="24959"/>
                  </a:lnTo>
                  <a:lnTo>
                    <a:pt x="2278747" y="24959"/>
                  </a:lnTo>
                  <a:lnTo>
                    <a:pt x="2278747" y="49918"/>
                  </a:lnTo>
                  <a:lnTo>
                    <a:pt x="2278747" y="74878"/>
                  </a:lnTo>
                  <a:lnTo>
                    <a:pt x="2252554" y="74878"/>
                  </a:lnTo>
                  <a:lnTo>
                    <a:pt x="2226362" y="74878"/>
                  </a:lnTo>
                  <a:lnTo>
                    <a:pt x="2200169" y="74878"/>
                  </a:lnTo>
                  <a:lnTo>
                    <a:pt x="2173977" y="74878"/>
                  </a:lnTo>
                  <a:lnTo>
                    <a:pt x="2147784" y="74878"/>
                  </a:lnTo>
                  <a:lnTo>
                    <a:pt x="2121592" y="74878"/>
                  </a:lnTo>
                  <a:lnTo>
                    <a:pt x="2095399" y="74878"/>
                  </a:lnTo>
                  <a:lnTo>
                    <a:pt x="2095399" y="99837"/>
                  </a:lnTo>
                  <a:lnTo>
                    <a:pt x="2069207" y="99837"/>
                  </a:lnTo>
                  <a:lnTo>
                    <a:pt x="2043014" y="99837"/>
                  </a:lnTo>
                  <a:lnTo>
                    <a:pt x="2016822" y="99837"/>
                  </a:lnTo>
                  <a:lnTo>
                    <a:pt x="1990629" y="99837"/>
                  </a:lnTo>
                  <a:lnTo>
                    <a:pt x="1964437" y="99837"/>
                  </a:lnTo>
                  <a:lnTo>
                    <a:pt x="1938244" y="99837"/>
                  </a:lnTo>
                  <a:lnTo>
                    <a:pt x="1912052" y="99837"/>
                  </a:lnTo>
                  <a:lnTo>
                    <a:pt x="1885859" y="99837"/>
                  </a:lnTo>
                  <a:lnTo>
                    <a:pt x="1859667" y="99837"/>
                  </a:lnTo>
                  <a:lnTo>
                    <a:pt x="1833474" y="99837"/>
                  </a:lnTo>
                  <a:lnTo>
                    <a:pt x="1807282" y="99837"/>
                  </a:lnTo>
                  <a:lnTo>
                    <a:pt x="1781089" y="99837"/>
                  </a:lnTo>
                  <a:lnTo>
                    <a:pt x="1754897" y="99837"/>
                  </a:lnTo>
                  <a:lnTo>
                    <a:pt x="1728704" y="99837"/>
                  </a:lnTo>
                  <a:lnTo>
                    <a:pt x="1702512" y="99837"/>
                  </a:lnTo>
                  <a:lnTo>
                    <a:pt x="1676319" y="99837"/>
                  </a:lnTo>
                  <a:lnTo>
                    <a:pt x="1650127" y="99837"/>
                  </a:lnTo>
                  <a:lnTo>
                    <a:pt x="1623934" y="99837"/>
                  </a:lnTo>
                  <a:lnTo>
                    <a:pt x="1597742" y="99837"/>
                  </a:lnTo>
                  <a:lnTo>
                    <a:pt x="1571549" y="99837"/>
                  </a:lnTo>
                  <a:lnTo>
                    <a:pt x="1545357" y="99837"/>
                  </a:lnTo>
                  <a:lnTo>
                    <a:pt x="1545357" y="124797"/>
                  </a:lnTo>
                  <a:lnTo>
                    <a:pt x="1519164" y="124797"/>
                  </a:lnTo>
                  <a:lnTo>
                    <a:pt x="1492972" y="124797"/>
                  </a:lnTo>
                  <a:lnTo>
                    <a:pt x="1492972" y="149756"/>
                  </a:lnTo>
                  <a:lnTo>
                    <a:pt x="1466779" y="149756"/>
                  </a:lnTo>
                  <a:lnTo>
                    <a:pt x="1440587" y="149756"/>
                  </a:lnTo>
                  <a:lnTo>
                    <a:pt x="1414394" y="149756"/>
                  </a:lnTo>
                  <a:lnTo>
                    <a:pt x="1388202" y="149756"/>
                  </a:lnTo>
                  <a:lnTo>
                    <a:pt x="1362009" y="149756"/>
                  </a:lnTo>
                  <a:lnTo>
                    <a:pt x="1335817" y="149756"/>
                  </a:lnTo>
                  <a:lnTo>
                    <a:pt x="1309624" y="149756"/>
                  </a:lnTo>
                  <a:lnTo>
                    <a:pt x="1283432" y="149756"/>
                  </a:lnTo>
                  <a:lnTo>
                    <a:pt x="1283432" y="174715"/>
                  </a:lnTo>
                  <a:lnTo>
                    <a:pt x="1257239" y="174715"/>
                  </a:lnTo>
                  <a:lnTo>
                    <a:pt x="1231047" y="174715"/>
                  </a:lnTo>
                  <a:lnTo>
                    <a:pt x="1204854" y="174715"/>
                  </a:lnTo>
                  <a:lnTo>
                    <a:pt x="1204854" y="199675"/>
                  </a:lnTo>
                  <a:lnTo>
                    <a:pt x="1204854" y="224634"/>
                  </a:lnTo>
                  <a:lnTo>
                    <a:pt x="1204854" y="249594"/>
                  </a:lnTo>
                  <a:lnTo>
                    <a:pt x="1178662" y="249594"/>
                  </a:lnTo>
                  <a:lnTo>
                    <a:pt x="1152469" y="249594"/>
                  </a:lnTo>
                  <a:lnTo>
                    <a:pt x="1126277" y="249594"/>
                  </a:lnTo>
                  <a:lnTo>
                    <a:pt x="1100084" y="249594"/>
                  </a:lnTo>
                  <a:lnTo>
                    <a:pt x="1100084" y="274553"/>
                  </a:lnTo>
                  <a:lnTo>
                    <a:pt x="1073892" y="274553"/>
                  </a:lnTo>
                  <a:lnTo>
                    <a:pt x="1047699" y="274553"/>
                  </a:lnTo>
                  <a:lnTo>
                    <a:pt x="1047699" y="299512"/>
                  </a:lnTo>
                  <a:lnTo>
                    <a:pt x="1021507" y="299512"/>
                  </a:lnTo>
                  <a:lnTo>
                    <a:pt x="995314" y="299512"/>
                  </a:lnTo>
                  <a:lnTo>
                    <a:pt x="969122" y="299512"/>
                  </a:lnTo>
                  <a:lnTo>
                    <a:pt x="942929" y="299512"/>
                  </a:lnTo>
                  <a:lnTo>
                    <a:pt x="916737" y="299512"/>
                  </a:lnTo>
                  <a:lnTo>
                    <a:pt x="890544" y="299512"/>
                  </a:lnTo>
                  <a:lnTo>
                    <a:pt x="864352" y="299512"/>
                  </a:lnTo>
                  <a:lnTo>
                    <a:pt x="838159" y="299512"/>
                  </a:lnTo>
                  <a:lnTo>
                    <a:pt x="811967" y="299512"/>
                  </a:lnTo>
                  <a:lnTo>
                    <a:pt x="785774" y="299512"/>
                  </a:lnTo>
                  <a:lnTo>
                    <a:pt x="759582" y="299512"/>
                  </a:lnTo>
                  <a:lnTo>
                    <a:pt x="733389" y="299512"/>
                  </a:lnTo>
                  <a:lnTo>
                    <a:pt x="733389" y="324472"/>
                  </a:lnTo>
                  <a:lnTo>
                    <a:pt x="707197" y="324472"/>
                  </a:lnTo>
                  <a:lnTo>
                    <a:pt x="707197" y="349431"/>
                  </a:lnTo>
                  <a:lnTo>
                    <a:pt x="707197" y="374391"/>
                  </a:lnTo>
                  <a:lnTo>
                    <a:pt x="707197" y="399350"/>
                  </a:lnTo>
                  <a:lnTo>
                    <a:pt x="707197" y="424310"/>
                  </a:lnTo>
                  <a:lnTo>
                    <a:pt x="681004" y="424310"/>
                  </a:lnTo>
                  <a:lnTo>
                    <a:pt x="654812" y="424310"/>
                  </a:lnTo>
                  <a:lnTo>
                    <a:pt x="654812" y="449269"/>
                  </a:lnTo>
                  <a:lnTo>
                    <a:pt x="654812" y="474228"/>
                  </a:lnTo>
                  <a:lnTo>
                    <a:pt x="628619" y="474228"/>
                  </a:lnTo>
                  <a:lnTo>
                    <a:pt x="628619" y="499188"/>
                  </a:lnTo>
                  <a:lnTo>
                    <a:pt x="602427" y="499188"/>
                  </a:lnTo>
                  <a:lnTo>
                    <a:pt x="576234" y="499188"/>
                  </a:lnTo>
                  <a:lnTo>
                    <a:pt x="550042" y="499188"/>
                  </a:lnTo>
                  <a:lnTo>
                    <a:pt x="550042" y="524147"/>
                  </a:lnTo>
                  <a:lnTo>
                    <a:pt x="550042" y="549107"/>
                  </a:lnTo>
                  <a:lnTo>
                    <a:pt x="523849" y="549107"/>
                  </a:lnTo>
                  <a:lnTo>
                    <a:pt x="497657" y="549107"/>
                  </a:lnTo>
                  <a:lnTo>
                    <a:pt x="471464" y="549107"/>
                  </a:lnTo>
                  <a:lnTo>
                    <a:pt x="471464" y="574066"/>
                  </a:lnTo>
                  <a:lnTo>
                    <a:pt x="471464" y="599025"/>
                  </a:lnTo>
                  <a:lnTo>
                    <a:pt x="471464" y="623985"/>
                  </a:lnTo>
                  <a:lnTo>
                    <a:pt x="471464" y="648944"/>
                  </a:lnTo>
                  <a:lnTo>
                    <a:pt x="471464" y="673904"/>
                  </a:lnTo>
                  <a:lnTo>
                    <a:pt x="471464" y="698863"/>
                  </a:lnTo>
                  <a:lnTo>
                    <a:pt x="471464" y="723823"/>
                  </a:lnTo>
                  <a:lnTo>
                    <a:pt x="471464" y="748782"/>
                  </a:lnTo>
                  <a:lnTo>
                    <a:pt x="445272" y="748782"/>
                  </a:lnTo>
                  <a:lnTo>
                    <a:pt x="445272" y="773741"/>
                  </a:lnTo>
                  <a:lnTo>
                    <a:pt x="445272" y="798701"/>
                  </a:lnTo>
                  <a:lnTo>
                    <a:pt x="419079" y="798701"/>
                  </a:lnTo>
                  <a:lnTo>
                    <a:pt x="419079" y="823660"/>
                  </a:lnTo>
                  <a:lnTo>
                    <a:pt x="392887" y="823660"/>
                  </a:lnTo>
                  <a:lnTo>
                    <a:pt x="392887" y="848620"/>
                  </a:lnTo>
                  <a:lnTo>
                    <a:pt x="392887" y="873579"/>
                  </a:lnTo>
                  <a:lnTo>
                    <a:pt x="392887" y="898538"/>
                  </a:lnTo>
                  <a:lnTo>
                    <a:pt x="366694" y="898538"/>
                  </a:lnTo>
                  <a:lnTo>
                    <a:pt x="340502" y="898538"/>
                  </a:lnTo>
                  <a:lnTo>
                    <a:pt x="314309" y="898538"/>
                  </a:lnTo>
                  <a:lnTo>
                    <a:pt x="288117" y="898538"/>
                  </a:lnTo>
                  <a:lnTo>
                    <a:pt x="288117" y="923498"/>
                  </a:lnTo>
                  <a:lnTo>
                    <a:pt x="288117" y="948457"/>
                  </a:lnTo>
                  <a:lnTo>
                    <a:pt x="261924" y="948457"/>
                  </a:lnTo>
                  <a:lnTo>
                    <a:pt x="261924" y="973417"/>
                  </a:lnTo>
                  <a:lnTo>
                    <a:pt x="261924" y="998376"/>
                  </a:lnTo>
                  <a:lnTo>
                    <a:pt x="261924" y="1023336"/>
                  </a:lnTo>
                  <a:lnTo>
                    <a:pt x="261924" y="1048295"/>
                  </a:lnTo>
                  <a:lnTo>
                    <a:pt x="261924" y="1073254"/>
                  </a:lnTo>
                  <a:lnTo>
                    <a:pt x="235732" y="1073254"/>
                  </a:lnTo>
                  <a:lnTo>
                    <a:pt x="235732" y="1098214"/>
                  </a:lnTo>
                  <a:lnTo>
                    <a:pt x="235732" y="1123173"/>
                  </a:lnTo>
                  <a:lnTo>
                    <a:pt x="235732" y="1148133"/>
                  </a:lnTo>
                  <a:lnTo>
                    <a:pt x="235732" y="1173092"/>
                  </a:lnTo>
                  <a:lnTo>
                    <a:pt x="235732" y="1198051"/>
                  </a:lnTo>
                  <a:lnTo>
                    <a:pt x="235732" y="1223011"/>
                  </a:lnTo>
                  <a:lnTo>
                    <a:pt x="235732" y="1247970"/>
                  </a:lnTo>
                  <a:lnTo>
                    <a:pt x="235732" y="1272930"/>
                  </a:lnTo>
                  <a:lnTo>
                    <a:pt x="235732" y="1297889"/>
                  </a:lnTo>
                  <a:lnTo>
                    <a:pt x="235732" y="1322849"/>
                  </a:lnTo>
                  <a:lnTo>
                    <a:pt x="209539" y="1322849"/>
                  </a:lnTo>
                  <a:lnTo>
                    <a:pt x="209539" y="1347808"/>
                  </a:lnTo>
                  <a:lnTo>
                    <a:pt x="209539" y="1372767"/>
                  </a:lnTo>
                  <a:lnTo>
                    <a:pt x="209539" y="1397727"/>
                  </a:lnTo>
                  <a:lnTo>
                    <a:pt x="209539" y="1422686"/>
                  </a:lnTo>
                  <a:lnTo>
                    <a:pt x="209539" y="1447646"/>
                  </a:lnTo>
                  <a:lnTo>
                    <a:pt x="209539" y="1472605"/>
                  </a:lnTo>
                  <a:lnTo>
                    <a:pt x="209539" y="1497564"/>
                  </a:lnTo>
                  <a:lnTo>
                    <a:pt x="209539" y="1522524"/>
                  </a:lnTo>
                  <a:lnTo>
                    <a:pt x="209539" y="1547483"/>
                  </a:lnTo>
                  <a:lnTo>
                    <a:pt x="209539" y="1572443"/>
                  </a:lnTo>
                  <a:lnTo>
                    <a:pt x="209539" y="1597402"/>
                  </a:lnTo>
                  <a:lnTo>
                    <a:pt x="183347" y="1597402"/>
                  </a:lnTo>
                  <a:lnTo>
                    <a:pt x="183347" y="1622361"/>
                  </a:lnTo>
                  <a:lnTo>
                    <a:pt x="183347" y="1647321"/>
                  </a:lnTo>
                  <a:lnTo>
                    <a:pt x="183347" y="1672280"/>
                  </a:lnTo>
                  <a:lnTo>
                    <a:pt x="183347" y="1697240"/>
                  </a:lnTo>
                  <a:lnTo>
                    <a:pt x="183347" y="1722199"/>
                  </a:lnTo>
                  <a:lnTo>
                    <a:pt x="183347" y="1747159"/>
                  </a:lnTo>
                  <a:lnTo>
                    <a:pt x="183347" y="1772118"/>
                  </a:lnTo>
                  <a:lnTo>
                    <a:pt x="183347" y="1797077"/>
                  </a:lnTo>
                  <a:lnTo>
                    <a:pt x="183347" y="1822037"/>
                  </a:lnTo>
                  <a:lnTo>
                    <a:pt x="183347" y="1846996"/>
                  </a:lnTo>
                  <a:lnTo>
                    <a:pt x="183347" y="1871956"/>
                  </a:lnTo>
                  <a:lnTo>
                    <a:pt x="183347" y="1896915"/>
                  </a:lnTo>
                  <a:lnTo>
                    <a:pt x="183347" y="1921874"/>
                  </a:lnTo>
                  <a:lnTo>
                    <a:pt x="157154" y="1921874"/>
                  </a:lnTo>
                  <a:lnTo>
                    <a:pt x="157154" y="1946834"/>
                  </a:lnTo>
                  <a:lnTo>
                    <a:pt x="157154" y="1971793"/>
                  </a:lnTo>
                  <a:lnTo>
                    <a:pt x="157154" y="1996753"/>
                  </a:lnTo>
                  <a:lnTo>
                    <a:pt x="157154" y="2021712"/>
                  </a:lnTo>
                  <a:lnTo>
                    <a:pt x="157154" y="2046672"/>
                  </a:lnTo>
                  <a:lnTo>
                    <a:pt x="157154" y="2071631"/>
                  </a:lnTo>
                  <a:lnTo>
                    <a:pt x="157154" y="2096590"/>
                  </a:lnTo>
                  <a:lnTo>
                    <a:pt x="157154" y="2121550"/>
                  </a:lnTo>
                  <a:lnTo>
                    <a:pt x="130962" y="2121550"/>
                  </a:lnTo>
                  <a:lnTo>
                    <a:pt x="130962" y="2146509"/>
                  </a:lnTo>
                  <a:lnTo>
                    <a:pt x="130962" y="2171469"/>
                  </a:lnTo>
                  <a:lnTo>
                    <a:pt x="130962" y="2196428"/>
                  </a:lnTo>
                  <a:lnTo>
                    <a:pt x="130962" y="2221387"/>
                  </a:lnTo>
                  <a:lnTo>
                    <a:pt x="130962" y="2246347"/>
                  </a:lnTo>
                  <a:lnTo>
                    <a:pt x="130962" y="2271306"/>
                  </a:lnTo>
                  <a:lnTo>
                    <a:pt x="130962" y="2296266"/>
                  </a:lnTo>
                  <a:lnTo>
                    <a:pt x="104769" y="2296266"/>
                  </a:lnTo>
                  <a:lnTo>
                    <a:pt x="104769" y="2321225"/>
                  </a:lnTo>
                  <a:lnTo>
                    <a:pt x="78577" y="2321225"/>
                  </a:lnTo>
                  <a:lnTo>
                    <a:pt x="78577" y="2346185"/>
                  </a:lnTo>
                  <a:lnTo>
                    <a:pt x="78577" y="2371144"/>
                  </a:lnTo>
                  <a:lnTo>
                    <a:pt x="78577" y="2396103"/>
                  </a:lnTo>
                  <a:lnTo>
                    <a:pt x="78577" y="2421063"/>
                  </a:lnTo>
                  <a:lnTo>
                    <a:pt x="78577" y="2446022"/>
                  </a:lnTo>
                  <a:lnTo>
                    <a:pt x="78577" y="2470982"/>
                  </a:lnTo>
                  <a:lnTo>
                    <a:pt x="78577" y="2495941"/>
                  </a:lnTo>
                  <a:lnTo>
                    <a:pt x="78577" y="2520900"/>
                  </a:lnTo>
                  <a:lnTo>
                    <a:pt x="78577" y="2545860"/>
                  </a:lnTo>
                  <a:lnTo>
                    <a:pt x="52384" y="2545860"/>
                  </a:lnTo>
                  <a:lnTo>
                    <a:pt x="52384" y="2570819"/>
                  </a:lnTo>
                  <a:lnTo>
                    <a:pt x="52384" y="2595779"/>
                  </a:lnTo>
                  <a:lnTo>
                    <a:pt x="52384" y="2620738"/>
                  </a:lnTo>
                  <a:lnTo>
                    <a:pt x="52384" y="2645698"/>
                  </a:lnTo>
                  <a:lnTo>
                    <a:pt x="52384" y="2670657"/>
                  </a:lnTo>
                  <a:lnTo>
                    <a:pt x="52384" y="2695616"/>
                  </a:lnTo>
                  <a:lnTo>
                    <a:pt x="52384" y="2720576"/>
                  </a:lnTo>
                  <a:lnTo>
                    <a:pt x="52384" y="2745535"/>
                  </a:lnTo>
                  <a:lnTo>
                    <a:pt x="26192" y="2745535"/>
                  </a:lnTo>
                  <a:lnTo>
                    <a:pt x="26192" y="2770495"/>
                  </a:lnTo>
                  <a:lnTo>
                    <a:pt x="26192" y="2795454"/>
                  </a:lnTo>
                  <a:lnTo>
                    <a:pt x="26192" y="2820413"/>
                  </a:lnTo>
                  <a:lnTo>
                    <a:pt x="26192" y="2845373"/>
                  </a:lnTo>
                  <a:lnTo>
                    <a:pt x="26192" y="2870332"/>
                  </a:lnTo>
                  <a:lnTo>
                    <a:pt x="26192" y="2895292"/>
                  </a:lnTo>
                  <a:lnTo>
                    <a:pt x="26192" y="2920251"/>
                  </a:lnTo>
                  <a:lnTo>
                    <a:pt x="26192" y="2945211"/>
                  </a:lnTo>
                  <a:lnTo>
                    <a:pt x="26192" y="2970170"/>
                  </a:lnTo>
                  <a:lnTo>
                    <a:pt x="26192" y="2995129"/>
                  </a:lnTo>
                  <a:lnTo>
                    <a:pt x="26192" y="3020089"/>
                  </a:lnTo>
                  <a:lnTo>
                    <a:pt x="26192" y="3045048"/>
                  </a:lnTo>
                  <a:lnTo>
                    <a:pt x="0" y="3045048"/>
                  </a:lnTo>
                  <a:lnTo>
                    <a:pt x="0" y="3045048"/>
                  </a:lnTo>
                  <a:lnTo>
                    <a:pt x="0" y="3070008"/>
                  </a:lnTo>
                  <a:lnTo>
                    <a:pt x="0" y="3094967"/>
                  </a:lnTo>
                  <a:lnTo>
                    <a:pt x="0" y="3119926"/>
                  </a:lnTo>
                  <a:lnTo>
                    <a:pt x="0" y="3144886"/>
                  </a:lnTo>
                  <a:lnTo>
                    <a:pt x="0" y="3169845"/>
                  </a:lnTo>
                  <a:lnTo>
                    <a:pt x="0" y="3194805"/>
                  </a:lnTo>
                  <a:lnTo>
                    <a:pt x="0" y="3219764"/>
                  </a:lnTo>
                  <a:lnTo>
                    <a:pt x="0" y="3244723"/>
                  </a:lnTo>
                  <a:lnTo>
                    <a:pt x="0" y="3269683"/>
                  </a:lnTo>
                  <a:lnTo>
                    <a:pt x="0" y="3294642"/>
                  </a:lnTo>
                  <a:lnTo>
                    <a:pt x="0" y="3319602"/>
                  </a:lnTo>
                  <a:lnTo>
                    <a:pt x="0" y="3344561"/>
                  </a:lnTo>
                  <a:lnTo>
                    <a:pt x="0" y="3369521"/>
                  </a:lnTo>
                  <a:lnTo>
                    <a:pt x="0" y="3394480"/>
                  </a:lnTo>
                  <a:lnTo>
                    <a:pt x="0" y="3419439"/>
                  </a:lnTo>
                  <a:lnTo>
                    <a:pt x="0" y="3444399"/>
                  </a:lnTo>
                  <a:lnTo>
                    <a:pt x="0" y="3469358"/>
                  </a:lnTo>
                  <a:lnTo>
                    <a:pt x="0" y="3494318"/>
                  </a:lnTo>
                  <a:lnTo>
                    <a:pt x="0" y="3519277"/>
                  </a:lnTo>
                  <a:lnTo>
                    <a:pt x="0" y="3544236"/>
                  </a:lnTo>
                  <a:lnTo>
                    <a:pt x="0" y="3569196"/>
                  </a:lnTo>
                  <a:lnTo>
                    <a:pt x="0" y="3594155"/>
                  </a:lnTo>
                  <a:lnTo>
                    <a:pt x="0" y="3619115"/>
                  </a:lnTo>
                  <a:lnTo>
                    <a:pt x="0" y="3644074"/>
                  </a:lnTo>
                  <a:lnTo>
                    <a:pt x="0" y="3669034"/>
                  </a:lnTo>
                  <a:lnTo>
                    <a:pt x="0" y="3693993"/>
                  </a:lnTo>
                  <a:lnTo>
                    <a:pt x="0" y="3718952"/>
                  </a:lnTo>
                  <a:lnTo>
                    <a:pt x="0" y="3743912"/>
                  </a:lnTo>
                  <a:lnTo>
                    <a:pt x="0" y="3768871"/>
                  </a:lnTo>
                  <a:lnTo>
                    <a:pt x="0" y="3793831"/>
                  </a:lnTo>
                  <a:lnTo>
                    <a:pt x="0" y="3818790"/>
                  </a:lnTo>
                  <a:lnTo>
                    <a:pt x="0" y="3818790"/>
                  </a:lnTo>
                </a:path>
              </a:pathLst>
            </a:custGeom>
            <a:ln w="21681" cap="flat">
              <a:solidFill>
                <a:srgbClr val="B1592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519191" y="1218268"/>
              <a:ext cx="4086029" cy="3818790"/>
            </a:xfrm>
            <a:custGeom>
              <a:avLst/>
              <a:pathLst>
                <a:path w="4086029" h="3818790">
                  <a:moveTo>
                    <a:pt x="0" y="3818790"/>
                  </a:moveTo>
                  <a:lnTo>
                    <a:pt x="4086029" y="0"/>
                  </a:lnTo>
                  <a:lnTo>
                    <a:pt x="40860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3946275" y="3054238"/>
              <a:ext cx="1683479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RandomForest (AUC = 0.951)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4220463" y="3245177"/>
              <a:ext cx="1135103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GBM (AUC = 0.939)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27080" y="3436117"/>
              <a:ext cx="1521869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NaiveBayes (AUC = 0.897)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830239" y="3627056"/>
              <a:ext cx="1915551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LogisticRegression (AUC = 0.885)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227472" y="3817996"/>
              <a:ext cx="112108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SVM (AUC = 0.921)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111436" y="4008936"/>
              <a:ext cx="1353156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XGBoost (AUC = 0.927)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230992" y="4199875"/>
              <a:ext cx="111404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KNN (AUC = 0.921)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974342" y="4390815"/>
              <a:ext cx="1627345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BaggedCART (AUC = 0.918)</a:t>
              </a:r>
            </a:p>
          </p:txBody>
        </p:sp>
        <p:sp>
          <p:nvSpPr>
            <p:cNvPr id="23" name="rc22"/>
            <p:cNvSpPr/>
            <p:nvPr/>
          </p:nvSpPr>
          <p:spPr>
            <a:xfrm>
              <a:off x="1519191" y="1218268"/>
              <a:ext cx="4086029" cy="381879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1159947" y="4980207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159947" y="4025509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159947" y="3070811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159947" y="2116114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159947" y="1161416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1484397" y="50370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84397" y="40823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84397" y="31276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484397" y="2172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484397" y="12182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519191" y="50370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540698" y="50370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562206" y="50370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583713" y="50370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605220" y="50370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1370884" y="5097382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392391" y="5097382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413899" y="5097382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435406" y="5097382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456913" y="5097382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867625" y="5273861"/>
              <a:ext cx="138916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</a:t>
              </a:r>
            </a:p>
          </p:txBody>
        </p:sp>
        <p:sp>
          <p:nvSpPr>
            <p:cNvPr id="45" name="tx44"/>
            <p:cNvSpPr/>
            <p:nvPr/>
          </p:nvSpPr>
          <p:spPr>
            <a:xfrm rot="-5400000">
              <a:off x="372789" y="3072225"/>
              <a:ext cx="132970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</a:t>
              </a:r>
            </a:p>
          </p:txBody>
        </p:sp>
        <p:sp>
          <p:nvSpPr>
            <p:cNvPr id="46" name="rc45"/>
            <p:cNvSpPr/>
            <p:nvPr/>
          </p:nvSpPr>
          <p:spPr>
            <a:xfrm>
              <a:off x="5744399" y="2080756"/>
              <a:ext cx="1501211" cy="2093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5813988" y="2163408"/>
              <a:ext cx="380491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5835933" y="24590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835933" y="26785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72B2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835933" y="28979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4F9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835933" y="31174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E93E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835933" y="33368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FDAC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835933" y="35563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D1AA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835933" y="3775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A990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835933" y="39952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B1592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>
              <a:off x="6103033" y="2385330"/>
              <a:ext cx="783580" cy="1191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BaggedCART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103033" y="2629963"/>
              <a:ext cx="289284" cy="94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GBM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103033" y="2852519"/>
              <a:ext cx="268138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KNN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103033" y="3045248"/>
              <a:ext cx="1072988" cy="117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LogisticRegression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103033" y="3264704"/>
              <a:ext cx="677664" cy="117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NaiveBayes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103033" y="3509399"/>
              <a:ext cx="839948" cy="92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RandomForest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103033" y="3727243"/>
              <a:ext cx="275208" cy="94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SVM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103033" y="3946699"/>
              <a:ext cx="508248" cy="94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XGBoost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973948" y="944400"/>
              <a:ext cx="517651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ROC Curves - Validation Cohort (8 Machine Learning Models)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2026-01-15T17:14:56Z</dcterms:modified>
  <cp:category/>
</cp:coreProperties>
</file>