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107366" y="1596337"/>
              <a:ext cx="3519870" cy="2306514"/>
            </a:xfrm>
            <a:custGeom>
              <a:avLst/>
              <a:pathLst>
                <a:path w="3519870" h="2306514">
                  <a:moveTo>
                    <a:pt x="0" y="0"/>
                  </a:moveTo>
                  <a:lnTo>
                    <a:pt x="1173290" y="666506"/>
                  </a:lnTo>
                  <a:lnTo>
                    <a:pt x="2346580" y="2306514"/>
                  </a:lnTo>
                  <a:lnTo>
                    <a:pt x="3519870" y="137442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107366" y="1791411"/>
              <a:ext cx="3519870" cy="1665000"/>
            </a:xfrm>
            <a:custGeom>
              <a:avLst/>
              <a:pathLst>
                <a:path w="3519870" h="1665000">
                  <a:moveTo>
                    <a:pt x="0" y="0"/>
                  </a:moveTo>
                  <a:lnTo>
                    <a:pt x="1173290" y="739965"/>
                  </a:lnTo>
                  <a:lnTo>
                    <a:pt x="2346580" y="1665000"/>
                  </a:lnTo>
                  <a:lnTo>
                    <a:pt x="3519870" y="119117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107366" y="1939416"/>
              <a:ext cx="3519870" cy="1817930"/>
            </a:xfrm>
            <a:custGeom>
              <a:avLst/>
              <a:pathLst>
                <a:path w="3519870" h="1817930">
                  <a:moveTo>
                    <a:pt x="0" y="0"/>
                  </a:moveTo>
                  <a:lnTo>
                    <a:pt x="1173290" y="572165"/>
                  </a:lnTo>
                  <a:lnTo>
                    <a:pt x="2346580" y="1817930"/>
                  </a:lnTo>
                  <a:lnTo>
                    <a:pt x="3519870" y="58403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107366" y="1723108"/>
              <a:ext cx="3519870" cy="1946645"/>
            </a:xfrm>
            <a:custGeom>
              <a:avLst/>
              <a:pathLst>
                <a:path w="3519870" h="1946645">
                  <a:moveTo>
                    <a:pt x="0" y="0"/>
                  </a:moveTo>
                  <a:lnTo>
                    <a:pt x="1173290" y="870398"/>
                  </a:lnTo>
                  <a:lnTo>
                    <a:pt x="2346580" y="1946645"/>
                  </a:lnTo>
                  <a:lnTo>
                    <a:pt x="3519870" y="1019199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07366" y="2099879"/>
              <a:ext cx="3519870" cy="1311915"/>
            </a:xfrm>
            <a:custGeom>
              <a:avLst/>
              <a:pathLst>
                <a:path w="3519870" h="1311915">
                  <a:moveTo>
                    <a:pt x="0" y="183458"/>
                  </a:moveTo>
                  <a:lnTo>
                    <a:pt x="1173290" y="840687"/>
                  </a:lnTo>
                  <a:lnTo>
                    <a:pt x="2346580" y="1311915"/>
                  </a:lnTo>
                  <a:lnTo>
                    <a:pt x="3519870" y="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07366" y="1800246"/>
              <a:ext cx="3519870" cy="1404414"/>
            </a:xfrm>
            <a:custGeom>
              <a:avLst/>
              <a:pathLst>
                <a:path w="3519870" h="1404414">
                  <a:moveTo>
                    <a:pt x="0" y="0"/>
                  </a:moveTo>
                  <a:lnTo>
                    <a:pt x="1173290" y="844464"/>
                  </a:lnTo>
                  <a:lnTo>
                    <a:pt x="2346580" y="1337781"/>
                  </a:lnTo>
                  <a:lnTo>
                    <a:pt x="3519870" y="1404414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07366" y="1938872"/>
              <a:ext cx="3519870" cy="1223073"/>
            </a:xfrm>
            <a:custGeom>
              <a:avLst/>
              <a:pathLst>
                <a:path w="3519870" h="1223073">
                  <a:moveTo>
                    <a:pt x="0" y="0"/>
                  </a:moveTo>
                  <a:lnTo>
                    <a:pt x="1173290" y="641441"/>
                  </a:lnTo>
                  <a:lnTo>
                    <a:pt x="2346580" y="1179764"/>
                  </a:lnTo>
                  <a:lnTo>
                    <a:pt x="3519870" y="122307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107366" y="1367420"/>
              <a:ext cx="3519870" cy="2259813"/>
            </a:xfrm>
            <a:custGeom>
              <a:avLst/>
              <a:pathLst>
                <a:path w="3519870" h="2259813">
                  <a:moveTo>
                    <a:pt x="0" y="0"/>
                  </a:moveTo>
                  <a:lnTo>
                    <a:pt x="1173290" y="1174304"/>
                  </a:lnTo>
                  <a:lnTo>
                    <a:pt x="2346580" y="2259813"/>
                  </a:lnTo>
                  <a:lnTo>
                    <a:pt x="3519870" y="182721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107366" y="2034998"/>
              <a:ext cx="3519870" cy="1478066"/>
            </a:xfrm>
            <a:custGeom>
              <a:avLst/>
              <a:pathLst>
                <a:path w="3519870" h="1478066">
                  <a:moveTo>
                    <a:pt x="0" y="38297"/>
                  </a:moveTo>
                  <a:lnTo>
                    <a:pt x="1173290" y="0"/>
                  </a:lnTo>
                  <a:lnTo>
                    <a:pt x="2346580" y="1478066"/>
                  </a:lnTo>
                  <a:lnTo>
                    <a:pt x="3519870" y="1156798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107366" y="2031036"/>
              <a:ext cx="3519870" cy="1067761"/>
            </a:xfrm>
            <a:custGeom>
              <a:avLst/>
              <a:pathLst>
                <a:path w="3519870" h="1067761">
                  <a:moveTo>
                    <a:pt x="0" y="0"/>
                  </a:moveTo>
                  <a:lnTo>
                    <a:pt x="1173290" y="1067761"/>
                  </a:lnTo>
                  <a:lnTo>
                    <a:pt x="2346580" y="949856"/>
                  </a:lnTo>
                  <a:lnTo>
                    <a:pt x="3519870" y="62233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107366" y="2153037"/>
              <a:ext cx="3519870" cy="1115500"/>
            </a:xfrm>
            <a:custGeom>
              <a:avLst/>
              <a:pathLst>
                <a:path w="3519870" h="1115500">
                  <a:moveTo>
                    <a:pt x="0" y="0"/>
                  </a:moveTo>
                  <a:lnTo>
                    <a:pt x="1173290" y="89520"/>
                  </a:lnTo>
                  <a:lnTo>
                    <a:pt x="2346580" y="1016594"/>
                  </a:lnTo>
                  <a:lnTo>
                    <a:pt x="3519870" y="111550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107366" y="1451050"/>
              <a:ext cx="3519870" cy="2427461"/>
            </a:xfrm>
            <a:custGeom>
              <a:avLst/>
              <a:pathLst>
                <a:path w="3519870" h="2427461">
                  <a:moveTo>
                    <a:pt x="0" y="0"/>
                  </a:moveTo>
                  <a:lnTo>
                    <a:pt x="1173290" y="1040589"/>
                  </a:lnTo>
                  <a:lnTo>
                    <a:pt x="2346580" y="2427461"/>
                  </a:lnTo>
                  <a:lnTo>
                    <a:pt x="3519870" y="1436312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107366" y="1511810"/>
              <a:ext cx="3519870" cy="2296913"/>
            </a:xfrm>
            <a:custGeom>
              <a:avLst/>
              <a:pathLst>
                <a:path w="3519870" h="2296913">
                  <a:moveTo>
                    <a:pt x="0" y="0"/>
                  </a:moveTo>
                  <a:lnTo>
                    <a:pt x="1173290" y="1068290"/>
                  </a:lnTo>
                  <a:lnTo>
                    <a:pt x="2346580" y="2296913"/>
                  </a:lnTo>
                  <a:lnTo>
                    <a:pt x="3519870" y="129649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107366" y="1791298"/>
              <a:ext cx="3519870" cy="1488755"/>
            </a:xfrm>
            <a:custGeom>
              <a:avLst/>
              <a:pathLst>
                <a:path w="3519870" h="1488755">
                  <a:moveTo>
                    <a:pt x="0" y="0"/>
                  </a:moveTo>
                  <a:lnTo>
                    <a:pt x="1173290" y="785627"/>
                  </a:lnTo>
                  <a:lnTo>
                    <a:pt x="2346580" y="1354060"/>
                  </a:lnTo>
                  <a:lnTo>
                    <a:pt x="3519870" y="1488755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107366" y="1821466"/>
              <a:ext cx="3519870" cy="1931398"/>
            </a:xfrm>
            <a:custGeom>
              <a:avLst/>
              <a:pathLst>
                <a:path w="3519870" h="1931398">
                  <a:moveTo>
                    <a:pt x="0" y="0"/>
                  </a:moveTo>
                  <a:lnTo>
                    <a:pt x="1173290" y="719213"/>
                  </a:lnTo>
                  <a:lnTo>
                    <a:pt x="2346580" y="1931398"/>
                  </a:lnTo>
                  <a:lnTo>
                    <a:pt x="3519870" y="790143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107366" y="1337143"/>
              <a:ext cx="3519870" cy="2395932"/>
            </a:xfrm>
            <a:custGeom>
              <a:avLst/>
              <a:pathLst>
                <a:path w="3519870" h="2395932">
                  <a:moveTo>
                    <a:pt x="0" y="0"/>
                  </a:moveTo>
                  <a:lnTo>
                    <a:pt x="1173290" y="1037590"/>
                  </a:lnTo>
                  <a:lnTo>
                    <a:pt x="2346580" y="2395932"/>
                  </a:lnTo>
                  <a:lnTo>
                    <a:pt x="3519870" y="195316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107366" y="1937658"/>
              <a:ext cx="3519870" cy="1468068"/>
            </a:xfrm>
            <a:custGeom>
              <a:avLst/>
              <a:pathLst>
                <a:path w="3519870" h="1468068">
                  <a:moveTo>
                    <a:pt x="0" y="718677"/>
                  </a:moveTo>
                  <a:lnTo>
                    <a:pt x="1173290" y="0"/>
                  </a:lnTo>
                  <a:lnTo>
                    <a:pt x="2346580" y="1468068"/>
                  </a:lnTo>
                  <a:lnTo>
                    <a:pt x="3519870" y="911726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107366" y="2146605"/>
              <a:ext cx="3519870" cy="1377183"/>
            </a:xfrm>
            <a:custGeom>
              <a:avLst/>
              <a:pathLst>
                <a:path w="3519870" h="1377183">
                  <a:moveTo>
                    <a:pt x="0" y="0"/>
                  </a:moveTo>
                  <a:lnTo>
                    <a:pt x="1173290" y="8263"/>
                  </a:lnTo>
                  <a:lnTo>
                    <a:pt x="2346580" y="1377183"/>
                  </a:lnTo>
                  <a:lnTo>
                    <a:pt x="3519870" y="829210"/>
                  </a:lnTo>
                </a:path>
              </a:pathLst>
            </a:custGeom>
            <a:ln w="21681" cap="flat">
              <a:solidFill>
                <a:srgbClr val="1E88E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107366" y="1775939"/>
              <a:ext cx="3519870" cy="1792083"/>
            </a:xfrm>
            <a:custGeom>
              <a:avLst/>
              <a:pathLst>
                <a:path w="3519870" h="1792083">
                  <a:moveTo>
                    <a:pt x="0" y="0"/>
                  </a:moveTo>
                  <a:lnTo>
                    <a:pt x="1173290" y="636681"/>
                  </a:lnTo>
                  <a:lnTo>
                    <a:pt x="2346580" y="1655337"/>
                  </a:lnTo>
                  <a:lnTo>
                    <a:pt x="3519870" y="1076429"/>
                  </a:lnTo>
                  <a:lnTo>
                    <a:pt x="3519870" y="1226889"/>
                  </a:lnTo>
                  <a:lnTo>
                    <a:pt x="2346580" y="1792083"/>
                  </a:lnTo>
                  <a:lnTo>
                    <a:pt x="1173290" y="771393"/>
                  </a:lnTo>
                  <a:lnTo>
                    <a:pt x="0" y="160702"/>
                  </a:lnTo>
                  <a:close/>
                </a:path>
              </a:pathLst>
            </a:custGeom>
            <a:solidFill>
              <a:srgbClr val="B3B3B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107366" y="1775939"/>
              <a:ext cx="3519870" cy="1655337"/>
            </a:xfrm>
            <a:custGeom>
              <a:avLst/>
              <a:pathLst>
                <a:path w="3519870" h="1655337">
                  <a:moveTo>
                    <a:pt x="0" y="0"/>
                  </a:moveTo>
                  <a:lnTo>
                    <a:pt x="1173290" y="636681"/>
                  </a:lnTo>
                  <a:lnTo>
                    <a:pt x="2346580" y="1655337"/>
                  </a:lnTo>
                  <a:lnTo>
                    <a:pt x="3519870" y="10764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107366" y="1936642"/>
              <a:ext cx="3519870" cy="1631381"/>
            </a:xfrm>
            <a:custGeom>
              <a:avLst/>
              <a:pathLst>
                <a:path w="3519870" h="1631381">
                  <a:moveTo>
                    <a:pt x="3519870" y="1066187"/>
                  </a:moveTo>
                  <a:lnTo>
                    <a:pt x="2346580" y="1631381"/>
                  </a:lnTo>
                  <a:lnTo>
                    <a:pt x="1173290" y="61069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107366" y="1856290"/>
              <a:ext cx="3519870" cy="1643359"/>
            </a:xfrm>
            <a:custGeom>
              <a:avLst/>
              <a:pathLst>
                <a:path w="3519870" h="1643359">
                  <a:moveTo>
                    <a:pt x="0" y="0"/>
                  </a:moveTo>
                  <a:lnTo>
                    <a:pt x="1173290" y="623686"/>
                  </a:lnTo>
                  <a:lnTo>
                    <a:pt x="2346580" y="1643359"/>
                  </a:lnTo>
                  <a:lnTo>
                    <a:pt x="3519870" y="1071308"/>
                  </a:lnTo>
                </a:path>
              </a:pathLst>
            </a:custGeom>
            <a:ln w="4065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5682672" y="2870298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GC_N_B01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682672" y="2882119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GC_N_B02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700759" y="2422981"/>
              <a:ext cx="73522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GC_N_B102_1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688701" y="2641843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GC_N_B108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688701" y="1999414"/>
              <a:ext cx="61464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GC_N_B125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682672" y="3104196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GC_N_B30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682672" y="3061480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GC_N_B46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682672" y="3094174"/>
              <a:ext cx="554358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GC_N_B57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694730" y="3091332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GC_N_B66_1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5694730" y="2552907"/>
              <a:ext cx="674937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GC_N_B83_1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694132" y="3168073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GC_P_B04_1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5682074" y="2786897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GC_P_B22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5682074" y="2707840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GC_P_B28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5694132" y="3179589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GC_P_B29_4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682074" y="2511145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GC_P_B43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682074" y="3189844"/>
              <a:ext cx="54837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GC_P_B44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5694132" y="2748920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GC_P_B62_1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694132" y="2875351"/>
              <a:ext cx="668956" cy="100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1E88E5">
                      <a:alpha val="100000"/>
                    </a:srgbClr>
                  </a:solidFill>
                  <a:latin typeface="Arial"/>
                  <a:cs typeface="Arial"/>
                </a:rPr>
                <a:t>GC_P_B69_1</a:t>
              </a:r>
            </a:p>
          </p:txBody>
        </p:sp>
        <p:sp>
          <p:nvSpPr>
            <p:cNvPr id="47" name="rc46"/>
            <p:cNvSpPr/>
            <p:nvPr/>
          </p:nvSpPr>
          <p:spPr>
            <a:xfrm>
              <a:off x="1403392" y="1208857"/>
              <a:ext cx="4927818" cy="2822279"/>
            </a:xfrm>
            <a:prstGeom prst="rect">
              <a:avLst/>
            </a:prstGeom>
            <a:ln w="2710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>
              <a:off x="1148183" y="3448701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185400" y="2671116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185400" y="189353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51" name="pl50"/>
            <p:cNvSpPr/>
            <p:nvPr/>
          </p:nvSpPr>
          <p:spPr>
            <a:xfrm>
              <a:off x="1368597" y="3490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368597" y="2712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368597" y="19352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10736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8065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445394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627236" y="40311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 rot="-2700000">
              <a:off x="1996906" y="4136793"/>
              <a:ext cx="1614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HC</a:t>
              </a:r>
            </a:p>
          </p:txBody>
        </p:sp>
        <p:sp>
          <p:nvSpPr>
            <p:cNvPr id="59" name="tx58"/>
            <p:cNvSpPr/>
            <p:nvPr/>
          </p:nvSpPr>
          <p:spPr>
            <a:xfrm rot="-2700000">
              <a:off x="3101259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BGD</a:t>
              </a:r>
            </a:p>
          </p:txBody>
        </p:sp>
        <p:sp>
          <p:nvSpPr>
            <p:cNvPr id="60" name="tx59"/>
            <p:cNvSpPr/>
            <p:nvPr/>
          </p:nvSpPr>
          <p:spPr>
            <a:xfrm rot="-2700000">
              <a:off x="427455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EGC</a:t>
              </a:r>
            </a:p>
          </p:txBody>
        </p:sp>
        <p:sp>
          <p:nvSpPr>
            <p:cNvPr id="61" name="tx60"/>
            <p:cNvSpPr/>
            <p:nvPr/>
          </p:nvSpPr>
          <p:spPr>
            <a:xfrm rot="-2700000">
              <a:off x="5447840" y="4165347"/>
              <a:ext cx="24218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AGC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3316039" y="4343611"/>
              <a:ext cx="1102524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Disease Progress</a:t>
              </a:r>
            </a:p>
          </p:txBody>
        </p:sp>
        <p:sp>
          <p:nvSpPr>
            <p:cNvPr id="63" name="tx62"/>
            <p:cNvSpPr/>
            <p:nvPr/>
          </p:nvSpPr>
          <p:spPr>
            <a:xfrm rot="-5400000">
              <a:off x="796437" y="2569179"/>
              <a:ext cx="473465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Z-score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1403392" y="946662"/>
              <a:ext cx="1462593" cy="1573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 4 Trajectory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2026-01-15T17:06:24Z</dcterms:modified>
  <cp:category/>
</cp:coreProperties>
</file>