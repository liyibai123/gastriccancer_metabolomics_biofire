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977507" y="1416582"/>
              <a:ext cx="2684548" cy="2575057"/>
            </a:xfrm>
            <a:custGeom>
              <a:avLst/>
              <a:pathLst>
                <a:path w="2684548" h="2575057">
                  <a:moveTo>
                    <a:pt x="0" y="0"/>
                  </a:moveTo>
                  <a:lnTo>
                    <a:pt x="894849" y="744106"/>
                  </a:lnTo>
                  <a:lnTo>
                    <a:pt x="1789699" y="2575057"/>
                  </a:lnTo>
                  <a:lnTo>
                    <a:pt x="2684548" y="1534447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977507" y="1634368"/>
              <a:ext cx="2684548" cy="1858853"/>
            </a:xfrm>
            <a:custGeom>
              <a:avLst/>
              <a:pathLst>
                <a:path w="2684548" h="1858853">
                  <a:moveTo>
                    <a:pt x="0" y="0"/>
                  </a:moveTo>
                  <a:lnTo>
                    <a:pt x="894849" y="826118"/>
                  </a:lnTo>
                  <a:lnTo>
                    <a:pt x="1789699" y="1858853"/>
                  </a:lnTo>
                  <a:lnTo>
                    <a:pt x="2684548" y="1329858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977507" y="1458749"/>
              <a:ext cx="2684548" cy="1950017"/>
            </a:xfrm>
            <a:custGeom>
              <a:avLst/>
              <a:pathLst>
                <a:path w="2684548" h="1950017">
                  <a:moveTo>
                    <a:pt x="0" y="0"/>
                  </a:moveTo>
                  <a:lnTo>
                    <a:pt x="894849" y="1215553"/>
                  </a:lnTo>
                  <a:lnTo>
                    <a:pt x="1789699" y="1579086"/>
                  </a:lnTo>
                  <a:lnTo>
                    <a:pt x="2684548" y="1950017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977507" y="2238218"/>
              <a:ext cx="2684548" cy="1178742"/>
            </a:xfrm>
            <a:custGeom>
              <a:avLst/>
              <a:pathLst>
                <a:path w="2684548" h="1178742">
                  <a:moveTo>
                    <a:pt x="0" y="0"/>
                  </a:moveTo>
                  <a:lnTo>
                    <a:pt x="894849" y="527210"/>
                  </a:lnTo>
                  <a:lnTo>
                    <a:pt x="1789699" y="20624"/>
                  </a:lnTo>
                  <a:lnTo>
                    <a:pt x="2684548" y="1178742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977507" y="2317168"/>
              <a:ext cx="2684548" cy="623122"/>
            </a:xfrm>
            <a:custGeom>
              <a:avLst/>
              <a:pathLst>
                <a:path w="2684548" h="623122">
                  <a:moveTo>
                    <a:pt x="0" y="0"/>
                  </a:moveTo>
                  <a:lnTo>
                    <a:pt x="894849" y="623122"/>
                  </a:lnTo>
                  <a:lnTo>
                    <a:pt x="1789699" y="231170"/>
                  </a:lnTo>
                  <a:lnTo>
                    <a:pt x="2684548" y="506012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977507" y="1915564"/>
              <a:ext cx="2684548" cy="1327405"/>
            </a:xfrm>
            <a:custGeom>
              <a:avLst/>
              <a:pathLst>
                <a:path w="2684548" h="1327405">
                  <a:moveTo>
                    <a:pt x="0" y="0"/>
                  </a:moveTo>
                  <a:lnTo>
                    <a:pt x="894849" y="793727"/>
                  </a:lnTo>
                  <a:lnTo>
                    <a:pt x="1789699" y="836568"/>
                  </a:lnTo>
                  <a:lnTo>
                    <a:pt x="2684548" y="1327405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977507" y="2501800"/>
              <a:ext cx="2684548" cy="424749"/>
            </a:xfrm>
            <a:custGeom>
              <a:avLst/>
              <a:pathLst>
                <a:path w="2684548" h="424749">
                  <a:moveTo>
                    <a:pt x="0" y="424749"/>
                  </a:moveTo>
                  <a:lnTo>
                    <a:pt x="894849" y="200308"/>
                  </a:lnTo>
                  <a:lnTo>
                    <a:pt x="1789699" y="36480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977507" y="2126135"/>
              <a:ext cx="2684548" cy="938061"/>
            </a:xfrm>
            <a:custGeom>
              <a:avLst/>
              <a:pathLst>
                <a:path w="2684548" h="938061">
                  <a:moveTo>
                    <a:pt x="0" y="647751"/>
                  </a:moveTo>
                  <a:lnTo>
                    <a:pt x="894849" y="0"/>
                  </a:lnTo>
                  <a:lnTo>
                    <a:pt x="1789699" y="611427"/>
                  </a:lnTo>
                  <a:lnTo>
                    <a:pt x="2684548" y="938061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977507" y="1799605"/>
              <a:ext cx="2684548" cy="2029588"/>
            </a:xfrm>
            <a:custGeom>
              <a:avLst/>
              <a:pathLst>
                <a:path w="2684548" h="2029588">
                  <a:moveTo>
                    <a:pt x="0" y="0"/>
                  </a:moveTo>
                  <a:lnTo>
                    <a:pt x="894849" y="638781"/>
                  </a:lnTo>
                  <a:lnTo>
                    <a:pt x="1789699" y="2029588"/>
                  </a:lnTo>
                  <a:lnTo>
                    <a:pt x="2684548" y="652027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977507" y="2457589"/>
              <a:ext cx="2684548" cy="386081"/>
            </a:xfrm>
            <a:custGeom>
              <a:avLst/>
              <a:pathLst>
                <a:path w="2684548" h="386081">
                  <a:moveTo>
                    <a:pt x="0" y="0"/>
                  </a:moveTo>
                  <a:lnTo>
                    <a:pt x="894849" y="94500"/>
                  </a:lnTo>
                  <a:lnTo>
                    <a:pt x="1789699" y="386081"/>
                  </a:lnTo>
                  <a:lnTo>
                    <a:pt x="2684548" y="326874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977507" y="1558112"/>
              <a:ext cx="2684548" cy="2173289"/>
            </a:xfrm>
            <a:custGeom>
              <a:avLst/>
              <a:pathLst>
                <a:path w="2684548" h="2173289">
                  <a:moveTo>
                    <a:pt x="0" y="0"/>
                  </a:moveTo>
                  <a:lnTo>
                    <a:pt x="894849" y="971736"/>
                  </a:lnTo>
                  <a:lnTo>
                    <a:pt x="1789699" y="2173289"/>
                  </a:lnTo>
                  <a:lnTo>
                    <a:pt x="2684548" y="1137863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977507" y="2511335"/>
              <a:ext cx="2684548" cy="385154"/>
            </a:xfrm>
            <a:custGeom>
              <a:avLst/>
              <a:pathLst>
                <a:path w="2684548" h="385154">
                  <a:moveTo>
                    <a:pt x="0" y="113288"/>
                  </a:moveTo>
                  <a:lnTo>
                    <a:pt x="894849" y="127843"/>
                  </a:lnTo>
                  <a:lnTo>
                    <a:pt x="1789699" y="0"/>
                  </a:lnTo>
                  <a:lnTo>
                    <a:pt x="2684548" y="385154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977507" y="2123954"/>
              <a:ext cx="2684548" cy="1467826"/>
            </a:xfrm>
            <a:custGeom>
              <a:avLst/>
              <a:pathLst>
                <a:path w="2684548" h="1467826">
                  <a:moveTo>
                    <a:pt x="0" y="0"/>
                  </a:moveTo>
                  <a:lnTo>
                    <a:pt x="894849" y="378718"/>
                  </a:lnTo>
                  <a:lnTo>
                    <a:pt x="1789699" y="337957"/>
                  </a:lnTo>
                  <a:lnTo>
                    <a:pt x="2684548" y="1467826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977507" y="2526709"/>
              <a:ext cx="2684548" cy="313695"/>
            </a:xfrm>
            <a:custGeom>
              <a:avLst/>
              <a:pathLst>
                <a:path w="2684548" h="313695">
                  <a:moveTo>
                    <a:pt x="0" y="205420"/>
                  </a:moveTo>
                  <a:lnTo>
                    <a:pt x="894849" y="313695"/>
                  </a:lnTo>
                  <a:lnTo>
                    <a:pt x="1789699" y="0"/>
                  </a:lnTo>
                  <a:lnTo>
                    <a:pt x="2684548" y="25355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977507" y="1978750"/>
              <a:ext cx="2684548" cy="1464658"/>
            </a:xfrm>
            <a:custGeom>
              <a:avLst/>
              <a:pathLst>
                <a:path w="2684548" h="1464658">
                  <a:moveTo>
                    <a:pt x="0" y="204818"/>
                  </a:moveTo>
                  <a:lnTo>
                    <a:pt x="894849" y="938567"/>
                  </a:lnTo>
                  <a:lnTo>
                    <a:pt x="1789699" y="1464658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977507" y="2279047"/>
              <a:ext cx="2684548" cy="518974"/>
            </a:xfrm>
            <a:custGeom>
              <a:avLst/>
              <a:pathLst>
                <a:path w="2684548" h="518974">
                  <a:moveTo>
                    <a:pt x="0" y="0"/>
                  </a:moveTo>
                  <a:lnTo>
                    <a:pt x="894849" y="518974"/>
                  </a:lnTo>
                  <a:lnTo>
                    <a:pt x="1789699" y="474524"/>
                  </a:lnTo>
                  <a:lnTo>
                    <a:pt x="2684548" y="509092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977507" y="2474657"/>
              <a:ext cx="2684548" cy="466242"/>
            </a:xfrm>
            <a:custGeom>
              <a:avLst/>
              <a:pathLst>
                <a:path w="2684548" h="466242">
                  <a:moveTo>
                    <a:pt x="0" y="0"/>
                  </a:moveTo>
                  <a:lnTo>
                    <a:pt x="894849" y="155238"/>
                  </a:lnTo>
                  <a:lnTo>
                    <a:pt x="1789699" y="137256"/>
                  </a:lnTo>
                  <a:lnTo>
                    <a:pt x="2684548" y="466242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977507" y="2265997"/>
              <a:ext cx="2684548" cy="938902"/>
            </a:xfrm>
            <a:custGeom>
              <a:avLst/>
              <a:pathLst>
                <a:path w="2684548" h="938902">
                  <a:moveTo>
                    <a:pt x="0" y="0"/>
                  </a:moveTo>
                  <a:lnTo>
                    <a:pt x="894849" y="133158"/>
                  </a:lnTo>
                  <a:lnTo>
                    <a:pt x="1789699" y="520117"/>
                  </a:lnTo>
                  <a:lnTo>
                    <a:pt x="2684548" y="938902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977507" y="2472750"/>
              <a:ext cx="2684548" cy="575211"/>
            </a:xfrm>
            <a:custGeom>
              <a:avLst/>
              <a:pathLst>
                <a:path w="2684548" h="575211">
                  <a:moveTo>
                    <a:pt x="0" y="108757"/>
                  </a:moveTo>
                  <a:lnTo>
                    <a:pt x="894849" y="106462"/>
                  </a:lnTo>
                  <a:lnTo>
                    <a:pt x="1789699" y="0"/>
                  </a:lnTo>
                  <a:lnTo>
                    <a:pt x="2684548" y="575211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977507" y="1697922"/>
              <a:ext cx="2684548" cy="1463809"/>
            </a:xfrm>
            <a:custGeom>
              <a:avLst/>
              <a:pathLst>
                <a:path w="2684548" h="1463809">
                  <a:moveTo>
                    <a:pt x="0" y="0"/>
                  </a:moveTo>
                  <a:lnTo>
                    <a:pt x="894849" y="1172097"/>
                  </a:lnTo>
                  <a:lnTo>
                    <a:pt x="1789699" y="1158449"/>
                  </a:lnTo>
                  <a:lnTo>
                    <a:pt x="2684548" y="1463809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977507" y="2529925"/>
              <a:ext cx="2684548" cy="539665"/>
            </a:xfrm>
            <a:custGeom>
              <a:avLst/>
              <a:pathLst>
                <a:path w="2684548" h="539665">
                  <a:moveTo>
                    <a:pt x="0" y="539665"/>
                  </a:moveTo>
                  <a:lnTo>
                    <a:pt x="894849" y="0"/>
                  </a:lnTo>
                  <a:lnTo>
                    <a:pt x="1789699" y="8621"/>
                  </a:lnTo>
                  <a:lnTo>
                    <a:pt x="2684548" y="21875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977507" y="1935416"/>
              <a:ext cx="2684548" cy="1591533"/>
            </a:xfrm>
            <a:custGeom>
              <a:avLst/>
              <a:pathLst>
                <a:path w="2684548" h="1591533">
                  <a:moveTo>
                    <a:pt x="0" y="1591533"/>
                  </a:moveTo>
                  <a:lnTo>
                    <a:pt x="894849" y="1056235"/>
                  </a:lnTo>
                  <a:lnTo>
                    <a:pt x="1789699" y="298554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84914E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977507" y="1644232"/>
              <a:ext cx="2684548" cy="1567927"/>
            </a:xfrm>
            <a:custGeom>
              <a:avLst/>
              <a:pathLst>
                <a:path w="2684548" h="1567927">
                  <a:moveTo>
                    <a:pt x="0" y="0"/>
                  </a:moveTo>
                  <a:lnTo>
                    <a:pt x="894849" y="942783"/>
                  </a:lnTo>
                  <a:lnTo>
                    <a:pt x="1789699" y="1493537"/>
                  </a:lnTo>
                  <a:lnTo>
                    <a:pt x="2684548" y="1567927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977507" y="2115448"/>
              <a:ext cx="2684548" cy="955905"/>
            </a:xfrm>
            <a:custGeom>
              <a:avLst/>
              <a:pathLst>
                <a:path w="2684548" h="955905">
                  <a:moveTo>
                    <a:pt x="0" y="669097"/>
                  </a:moveTo>
                  <a:lnTo>
                    <a:pt x="894849" y="0"/>
                  </a:lnTo>
                  <a:lnTo>
                    <a:pt x="1789699" y="616947"/>
                  </a:lnTo>
                  <a:lnTo>
                    <a:pt x="2684548" y="955905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977507" y="2304225"/>
              <a:ext cx="2684548" cy="798123"/>
            </a:xfrm>
            <a:custGeom>
              <a:avLst/>
              <a:pathLst>
                <a:path w="2684548" h="798123">
                  <a:moveTo>
                    <a:pt x="0" y="96997"/>
                  </a:moveTo>
                  <a:lnTo>
                    <a:pt x="894849" y="0"/>
                  </a:lnTo>
                  <a:lnTo>
                    <a:pt x="1789699" y="798123"/>
                  </a:lnTo>
                  <a:lnTo>
                    <a:pt x="2684548" y="519878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977507" y="1886164"/>
              <a:ext cx="2684548" cy="1304643"/>
            </a:xfrm>
            <a:custGeom>
              <a:avLst/>
              <a:pathLst>
                <a:path w="2684548" h="1304643">
                  <a:moveTo>
                    <a:pt x="0" y="1304643"/>
                  </a:moveTo>
                  <a:lnTo>
                    <a:pt x="894849" y="1159965"/>
                  </a:lnTo>
                  <a:lnTo>
                    <a:pt x="1789699" y="632014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977507" y="2493984"/>
              <a:ext cx="2684548" cy="443834"/>
            </a:xfrm>
            <a:custGeom>
              <a:avLst/>
              <a:pathLst>
                <a:path w="2684548" h="443834">
                  <a:moveTo>
                    <a:pt x="0" y="192282"/>
                  </a:moveTo>
                  <a:lnTo>
                    <a:pt x="894849" y="443834"/>
                  </a:lnTo>
                  <a:lnTo>
                    <a:pt x="1789699" y="0"/>
                  </a:lnTo>
                  <a:lnTo>
                    <a:pt x="2684548" y="31927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977507" y="2161858"/>
              <a:ext cx="2684548" cy="1038444"/>
            </a:xfrm>
            <a:custGeom>
              <a:avLst/>
              <a:pathLst>
                <a:path w="2684548" h="1038444">
                  <a:moveTo>
                    <a:pt x="0" y="1038444"/>
                  </a:moveTo>
                  <a:lnTo>
                    <a:pt x="894849" y="783372"/>
                  </a:lnTo>
                  <a:lnTo>
                    <a:pt x="1789699" y="201017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84914E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977507" y="2194695"/>
              <a:ext cx="2684548" cy="677004"/>
            </a:xfrm>
            <a:custGeom>
              <a:avLst/>
              <a:pathLst>
                <a:path w="2684548" h="677004">
                  <a:moveTo>
                    <a:pt x="0" y="0"/>
                  </a:moveTo>
                  <a:lnTo>
                    <a:pt x="894849" y="677004"/>
                  </a:lnTo>
                  <a:lnTo>
                    <a:pt x="1789699" y="591597"/>
                  </a:lnTo>
                  <a:lnTo>
                    <a:pt x="2684548" y="557971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977507" y="2157660"/>
              <a:ext cx="2684548" cy="790257"/>
            </a:xfrm>
            <a:custGeom>
              <a:avLst/>
              <a:pathLst>
                <a:path w="2684548" h="790257">
                  <a:moveTo>
                    <a:pt x="0" y="578437"/>
                  </a:moveTo>
                  <a:lnTo>
                    <a:pt x="894849" y="0"/>
                  </a:lnTo>
                  <a:lnTo>
                    <a:pt x="1789699" y="685846"/>
                  </a:lnTo>
                  <a:lnTo>
                    <a:pt x="2684548" y="790257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977507" y="1798997"/>
              <a:ext cx="2684548" cy="1365473"/>
            </a:xfrm>
            <a:custGeom>
              <a:avLst/>
              <a:pathLst>
                <a:path w="2684548" h="1365473">
                  <a:moveTo>
                    <a:pt x="0" y="0"/>
                  </a:moveTo>
                  <a:lnTo>
                    <a:pt x="894849" y="716122"/>
                  </a:lnTo>
                  <a:lnTo>
                    <a:pt x="1789699" y="1317122"/>
                  </a:lnTo>
                  <a:lnTo>
                    <a:pt x="2684548" y="1365473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1977507" y="2548905"/>
              <a:ext cx="2684548" cy="224326"/>
            </a:xfrm>
            <a:custGeom>
              <a:avLst/>
              <a:pathLst>
                <a:path w="2684548" h="224326">
                  <a:moveTo>
                    <a:pt x="0" y="200181"/>
                  </a:moveTo>
                  <a:lnTo>
                    <a:pt x="894849" y="224326"/>
                  </a:lnTo>
                  <a:lnTo>
                    <a:pt x="1789699" y="32161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977507" y="1769347"/>
              <a:ext cx="2684548" cy="1942311"/>
            </a:xfrm>
            <a:custGeom>
              <a:avLst/>
              <a:pathLst>
                <a:path w="2684548" h="1942311">
                  <a:moveTo>
                    <a:pt x="0" y="0"/>
                  </a:moveTo>
                  <a:lnTo>
                    <a:pt x="894849" y="429376"/>
                  </a:lnTo>
                  <a:lnTo>
                    <a:pt x="1789699" y="1942311"/>
                  </a:lnTo>
                  <a:lnTo>
                    <a:pt x="2684548" y="1107823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977507" y="1667388"/>
              <a:ext cx="2684548" cy="1674245"/>
            </a:xfrm>
            <a:custGeom>
              <a:avLst/>
              <a:pathLst>
                <a:path w="2684548" h="1674245">
                  <a:moveTo>
                    <a:pt x="0" y="0"/>
                  </a:moveTo>
                  <a:lnTo>
                    <a:pt x="894849" y="987714"/>
                  </a:lnTo>
                  <a:lnTo>
                    <a:pt x="1789699" y="1674245"/>
                  </a:lnTo>
                  <a:lnTo>
                    <a:pt x="2684548" y="1219118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977507" y="1161013"/>
              <a:ext cx="2684548" cy="2522919"/>
            </a:xfrm>
            <a:custGeom>
              <a:avLst/>
              <a:pathLst>
                <a:path w="2684548" h="2522919">
                  <a:moveTo>
                    <a:pt x="0" y="0"/>
                  </a:moveTo>
                  <a:lnTo>
                    <a:pt x="894849" y="1311026"/>
                  </a:lnTo>
                  <a:lnTo>
                    <a:pt x="1789699" y="2522919"/>
                  </a:lnTo>
                  <a:lnTo>
                    <a:pt x="2684548" y="2039958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977507" y="1653201"/>
              <a:ext cx="2684548" cy="1382527"/>
            </a:xfrm>
            <a:custGeom>
              <a:avLst/>
              <a:pathLst>
                <a:path w="2684548" h="1382527">
                  <a:moveTo>
                    <a:pt x="0" y="0"/>
                  </a:moveTo>
                  <a:lnTo>
                    <a:pt x="894849" y="1382527"/>
                  </a:lnTo>
                  <a:lnTo>
                    <a:pt x="1789699" y="1328042"/>
                  </a:lnTo>
                  <a:lnTo>
                    <a:pt x="2684548" y="1229720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1977507" y="1389039"/>
              <a:ext cx="2684548" cy="1794714"/>
            </a:xfrm>
            <a:custGeom>
              <a:avLst/>
              <a:pathLst>
                <a:path w="2684548" h="1794714">
                  <a:moveTo>
                    <a:pt x="0" y="0"/>
                  </a:moveTo>
                  <a:lnTo>
                    <a:pt x="894849" y="1591030"/>
                  </a:lnTo>
                  <a:lnTo>
                    <a:pt x="1789699" y="1609029"/>
                  </a:lnTo>
                  <a:lnTo>
                    <a:pt x="2684548" y="1794714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977507" y="2365795"/>
              <a:ext cx="2684548" cy="462591"/>
            </a:xfrm>
            <a:custGeom>
              <a:avLst/>
              <a:pathLst>
                <a:path w="2684548" h="462591">
                  <a:moveTo>
                    <a:pt x="0" y="420113"/>
                  </a:moveTo>
                  <a:lnTo>
                    <a:pt x="894849" y="339620"/>
                  </a:lnTo>
                  <a:lnTo>
                    <a:pt x="1789699" y="0"/>
                  </a:lnTo>
                  <a:lnTo>
                    <a:pt x="2684548" y="462591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977507" y="1611828"/>
              <a:ext cx="2684548" cy="2282363"/>
            </a:xfrm>
            <a:custGeom>
              <a:avLst/>
              <a:pathLst>
                <a:path w="2684548" h="2282363">
                  <a:moveTo>
                    <a:pt x="0" y="0"/>
                  </a:moveTo>
                  <a:lnTo>
                    <a:pt x="894849" y="584889"/>
                  </a:lnTo>
                  <a:lnTo>
                    <a:pt x="1789699" y="2282363"/>
                  </a:lnTo>
                  <a:lnTo>
                    <a:pt x="2684548" y="1217505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1977507" y="2217528"/>
              <a:ext cx="2684548" cy="1004690"/>
            </a:xfrm>
            <a:custGeom>
              <a:avLst/>
              <a:pathLst>
                <a:path w="2684548" h="1004690">
                  <a:moveTo>
                    <a:pt x="0" y="0"/>
                  </a:moveTo>
                  <a:lnTo>
                    <a:pt x="894849" y="412688"/>
                  </a:lnTo>
                  <a:lnTo>
                    <a:pt x="1789699" y="367220"/>
                  </a:lnTo>
                  <a:lnTo>
                    <a:pt x="2684548" y="100469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1977507" y="1906315"/>
              <a:ext cx="2684548" cy="1650155"/>
            </a:xfrm>
            <a:custGeom>
              <a:avLst/>
              <a:pathLst>
                <a:path w="2684548" h="1650155">
                  <a:moveTo>
                    <a:pt x="0" y="42756"/>
                  </a:moveTo>
                  <a:lnTo>
                    <a:pt x="894849" y="0"/>
                  </a:lnTo>
                  <a:lnTo>
                    <a:pt x="1789699" y="1650155"/>
                  </a:lnTo>
                  <a:lnTo>
                    <a:pt x="2684548" y="1291482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977507" y="1507131"/>
              <a:ext cx="2684548" cy="1774065"/>
            </a:xfrm>
            <a:custGeom>
              <a:avLst/>
              <a:pathLst>
                <a:path w="2684548" h="1774065">
                  <a:moveTo>
                    <a:pt x="0" y="0"/>
                  </a:moveTo>
                  <a:lnTo>
                    <a:pt x="894849" y="1339068"/>
                  </a:lnTo>
                  <a:lnTo>
                    <a:pt x="1789699" y="1432725"/>
                  </a:lnTo>
                  <a:lnTo>
                    <a:pt x="2684548" y="1774065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977507" y="1927644"/>
              <a:ext cx="2684548" cy="1474790"/>
            </a:xfrm>
            <a:custGeom>
              <a:avLst/>
              <a:pathLst>
                <a:path w="2684548" h="1474790">
                  <a:moveTo>
                    <a:pt x="0" y="375660"/>
                  </a:moveTo>
                  <a:lnTo>
                    <a:pt x="894849" y="0"/>
                  </a:lnTo>
                  <a:lnTo>
                    <a:pt x="1789699" y="1474790"/>
                  </a:lnTo>
                  <a:lnTo>
                    <a:pt x="2684548" y="1072544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977507" y="1901891"/>
              <a:ext cx="2684548" cy="1192078"/>
            </a:xfrm>
            <a:custGeom>
              <a:avLst/>
              <a:pathLst>
                <a:path w="2684548" h="1192078">
                  <a:moveTo>
                    <a:pt x="0" y="0"/>
                  </a:moveTo>
                  <a:lnTo>
                    <a:pt x="894849" y="1192078"/>
                  </a:lnTo>
                  <a:lnTo>
                    <a:pt x="1789699" y="1060446"/>
                  </a:lnTo>
                  <a:lnTo>
                    <a:pt x="2684548" y="694793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977507" y="2262239"/>
              <a:ext cx="2684548" cy="763506"/>
            </a:xfrm>
            <a:custGeom>
              <a:avLst/>
              <a:pathLst>
                <a:path w="2684548" h="763506">
                  <a:moveTo>
                    <a:pt x="0" y="659609"/>
                  </a:moveTo>
                  <a:lnTo>
                    <a:pt x="894849" y="763506"/>
                  </a:lnTo>
                  <a:lnTo>
                    <a:pt x="1789699" y="174791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1977507" y="2089574"/>
              <a:ext cx="2684548" cy="774534"/>
            </a:xfrm>
            <a:custGeom>
              <a:avLst/>
              <a:pathLst>
                <a:path w="2684548" h="774534">
                  <a:moveTo>
                    <a:pt x="0" y="0"/>
                  </a:moveTo>
                  <a:lnTo>
                    <a:pt x="894849" y="713519"/>
                  </a:lnTo>
                  <a:lnTo>
                    <a:pt x="1789699" y="756706"/>
                  </a:lnTo>
                  <a:lnTo>
                    <a:pt x="2684548" y="774534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977507" y="2507987"/>
              <a:ext cx="2684548" cy="423268"/>
            </a:xfrm>
            <a:custGeom>
              <a:avLst/>
              <a:pathLst>
                <a:path w="2684548" h="423268">
                  <a:moveTo>
                    <a:pt x="0" y="423268"/>
                  </a:moveTo>
                  <a:lnTo>
                    <a:pt x="894849" y="168423"/>
                  </a:lnTo>
                  <a:lnTo>
                    <a:pt x="1789699" y="0"/>
                  </a:lnTo>
                  <a:lnTo>
                    <a:pt x="2684548" y="51443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977507" y="2038097"/>
              <a:ext cx="2684548" cy="1245376"/>
            </a:xfrm>
            <a:custGeom>
              <a:avLst/>
              <a:pathLst>
                <a:path w="2684548" h="1245376">
                  <a:moveTo>
                    <a:pt x="0" y="0"/>
                  </a:moveTo>
                  <a:lnTo>
                    <a:pt x="894849" y="99943"/>
                  </a:lnTo>
                  <a:lnTo>
                    <a:pt x="1789699" y="1134954"/>
                  </a:lnTo>
                  <a:lnTo>
                    <a:pt x="2684548" y="1245376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1977507" y="2238598"/>
              <a:ext cx="2684548" cy="663285"/>
            </a:xfrm>
            <a:custGeom>
              <a:avLst/>
              <a:pathLst>
                <a:path w="2684548" h="663285">
                  <a:moveTo>
                    <a:pt x="0" y="0"/>
                  </a:moveTo>
                  <a:lnTo>
                    <a:pt x="894849" y="587609"/>
                  </a:lnTo>
                  <a:lnTo>
                    <a:pt x="1789699" y="420728"/>
                  </a:lnTo>
                  <a:lnTo>
                    <a:pt x="2684548" y="663285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977507" y="2396765"/>
              <a:ext cx="2684548" cy="666455"/>
            </a:xfrm>
            <a:custGeom>
              <a:avLst/>
              <a:pathLst>
                <a:path w="2684548" h="666455">
                  <a:moveTo>
                    <a:pt x="0" y="344355"/>
                  </a:moveTo>
                  <a:lnTo>
                    <a:pt x="894849" y="666455"/>
                  </a:lnTo>
                  <a:lnTo>
                    <a:pt x="1789699" y="0"/>
                  </a:lnTo>
                  <a:lnTo>
                    <a:pt x="2684548" y="45739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1977507" y="2234203"/>
              <a:ext cx="2684548" cy="768613"/>
            </a:xfrm>
            <a:custGeom>
              <a:avLst/>
              <a:pathLst>
                <a:path w="2684548" h="768613">
                  <a:moveTo>
                    <a:pt x="0" y="768613"/>
                  </a:moveTo>
                  <a:lnTo>
                    <a:pt x="894849" y="699401"/>
                  </a:lnTo>
                  <a:lnTo>
                    <a:pt x="1789699" y="248127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1977507" y="2525843"/>
              <a:ext cx="2684548" cy="308828"/>
            </a:xfrm>
            <a:custGeom>
              <a:avLst/>
              <a:pathLst>
                <a:path w="2684548" h="308828">
                  <a:moveTo>
                    <a:pt x="0" y="74597"/>
                  </a:moveTo>
                  <a:lnTo>
                    <a:pt x="894849" y="308828"/>
                  </a:lnTo>
                  <a:lnTo>
                    <a:pt x="1789699" y="0"/>
                  </a:lnTo>
                  <a:lnTo>
                    <a:pt x="2684548" y="162228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977507" y="2451405"/>
              <a:ext cx="2684548" cy="417205"/>
            </a:xfrm>
            <a:custGeom>
              <a:avLst/>
              <a:pathLst>
                <a:path w="2684548" h="417205">
                  <a:moveTo>
                    <a:pt x="0" y="0"/>
                  </a:moveTo>
                  <a:lnTo>
                    <a:pt x="894849" y="196832"/>
                  </a:lnTo>
                  <a:lnTo>
                    <a:pt x="1789699" y="417205"/>
                  </a:lnTo>
                  <a:lnTo>
                    <a:pt x="2684548" y="205074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977507" y="2390963"/>
              <a:ext cx="2684548" cy="531808"/>
            </a:xfrm>
            <a:custGeom>
              <a:avLst/>
              <a:pathLst>
                <a:path w="2684548" h="531808">
                  <a:moveTo>
                    <a:pt x="0" y="427496"/>
                  </a:moveTo>
                  <a:lnTo>
                    <a:pt x="894849" y="531808"/>
                  </a:lnTo>
                  <a:lnTo>
                    <a:pt x="1789699" y="0"/>
                  </a:lnTo>
                  <a:lnTo>
                    <a:pt x="2684548" y="137503"/>
                  </a:lnTo>
                </a:path>
              </a:pathLst>
            </a:custGeom>
            <a:ln w="16260" cap="flat">
              <a:solidFill>
                <a:srgbClr val="C26A4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977507" y="1881258"/>
              <a:ext cx="2684548" cy="1256599"/>
            </a:xfrm>
            <a:custGeom>
              <a:avLst/>
              <a:pathLst>
                <a:path w="2684548" h="1256599">
                  <a:moveTo>
                    <a:pt x="0" y="0"/>
                  </a:moveTo>
                  <a:lnTo>
                    <a:pt x="894849" y="1256599"/>
                  </a:lnTo>
                  <a:lnTo>
                    <a:pt x="1789699" y="672194"/>
                  </a:lnTo>
                  <a:lnTo>
                    <a:pt x="2684548" y="1144128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977507" y="2423684"/>
              <a:ext cx="2684548" cy="465150"/>
            </a:xfrm>
            <a:custGeom>
              <a:avLst/>
              <a:pathLst>
                <a:path w="2684548" h="465150">
                  <a:moveTo>
                    <a:pt x="0" y="285289"/>
                  </a:moveTo>
                  <a:lnTo>
                    <a:pt x="894849" y="465150"/>
                  </a:lnTo>
                  <a:lnTo>
                    <a:pt x="1789699" y="0"/>
                  </a:lnTo>
                  <a:lnTo>
                    <a:pt x="2684548" y="212688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977507" y="2411452"/>
              <a:ext cx="2684548" cy="419142"/>
            </a:xfrm>
            <a:custGeom>
              <a:avLst/>
              <a:pathLst>
                <a:path w="2684548" h="419142">
                  <a:moveTo>
                    <a:pt x="0" y="364307"/>
                  </a:moveTo>
                  <a:lnTo>
                    <a:pt x="894849" y="419142"/>
                  </a:lnTo>
                  <a:lnTo>
                    <a:pt x="1789699" y="0"/>
                  </a:lnTo>
                  <a:lnTo>
                    <a:pt x="2684548" y="237617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977507" y="2518459"/>
              <a:ext cx="2684548" cy="291222"/>
            </a:xfrm>
            <a:custGeom>
              <a:avLst/>
              <a:pathLst>
                <a:path w="2684548" h="291222">
                  <a:moveTo>
                    <a:pt x="0" y="59879"/>
                  </a:moveTo>
                  <a:lnTo>
                    <a:pt x="894849" y="233108"/>
                  </a:lnTo>
                  <a:lnTo>
                    <a:pt x="1789699" y="0"/>
                  </a:lnTo>
                  <a:lnTo>
                    <a:pt x="2684548" y="291222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977507" y="2506855"/>
              <a:ext cx="2684548" cy="222130"/>
            </a:xfrm>
            <a:custGeom>
              <a:avLst/>
              <a:pathLst>
                <a:path w="2684548" h="222130">
                  <a:moveTo>
                    <a:pt x="0" y="0"/>
                  </a:moveTo>
                  <a:lnTo>
                    <a:pt x="894849" y="177429"/>
                  </a:lnTo>
                  <a:lnTo>
                    <a:pt x="1789699" y="212780"/>
                  </a:lnTo>
                  <a:lnTo>
                    <a:pt x="2684548" y="22213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1977507" y="2177589"/>
              <a:ext cx="2684548" cy="1028959"/>
            </a:xfrm>
            <a:custGeom>
              <a:avLst/>
              <a:pathLst>
                <a:path w="2684548" h="1028959">
                  <a:moveTo>
                    <a:pt x="0" y="855744"/>
                  </a:moveTo>
                  <a:lnTo>
                    <a:pt x="894849" y="1028959"/>
                  </a:lnTo>
                  <a:lnTo>
                    <a:pt x="1789699" y="0"/>
                  </a:lnTo>
                  <a:lnTo>
                    <a:pt x="2684548" y="66029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977507" y="2087295"/>
              <a:ext cx="2684548" cy="1178506"/>
            </a:xfrm>
            <a:custGeom>
              <a:avLst/>
              <a:pathLst>
                <a:path w="2684548" h="1178506">
                  <a:moveTo>
                    <a:pt x="0" y="624036"/>
                  </a:moveTo>
                  <a:lnTo>
                    <a:pt x="894849" y="1178506"/>
                  </a:lnTo>
                  <a:lnTo>
                    <a:pt x="1789699" y="0"/>
                  </a:lnTo>
                  <a:lnTo>
                    <a:pt x="2684548" y="506537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977507" y="1425476"/>
              <a:ext cx="2684548" cy="2129847"/>
            </a:xfrm>
            <a:custGeom>
              <a:avLst/>
              <a:pathLst>
                <a:path w="2684548" h="2129847">
                  <a:moveTo>
                    <a:pt x="0" y="0"/>
                  </a:moveTo>
                  <a:lnTo>
                    <a:pt x="894849" y="1214795"/>
                  </a:lnTo>
                  <a:lnTo>
                    <a:pt x="1789699" y="1543943"/>
                  </a:lnTo>
                  <a:lnTo>
                    <a:pt x="2684548" y="2129847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977507" y="1759469"/>
              <a:ext cx="2684548" cy="1567378"/>
            </a:xfrm>
            <a:custGeom>
              <a:avLst/>
              <a:pathLst>
                <a:path w="2684548" h="1567378">
                  <a:moveTo>
                    <a:pt x="0" y="0"/>
                  </a:moveTo>
                  <a:lnTo>
                    <a:pt x="894849" y="1011088"/>
                  </a:lnTo>
                  <a:lnTo>
                    <a:pt x="1789699" y="993598"/>
                  </a:lnTo>
                  <a:lnTo>
                    <a:pt x="2684548" y="1567378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977507" y="1254379"/>
              <a:ext cx="2684548" cy="2710085"/>
            </a:xfrm>
            <a:custGeom>
              <a:avLst/>
              <a:pathLst>
                <a:path w="2684548" h="2710085">
                  <a:moveTo>
                    <a:pt x="0" y="0"/>
                  </a:moveTo>
                  <a:lnTo>
                    <a:pt x="894849" y="1161742"/>
                  </a:lnTo>
                  <a:lnTo>
                    <a:pt x="1789699" y="2710085"/>
                  </a:lnTo>
                  <a:lnTo>
                    <a:pt x="2684548" y="1603539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977507" y="1657163"/>
              <a:ext cx="2684548" cy="1679001"/>
            </a:xfrm>
            <a:custGeom>
              <a:avLst/>
              <a:pathLst>
                <a:path w="2684548" h="1679001">
                  <a:moveTo>
                    <a:pt x="0" y="0"/>
                  </a:moveTo>
                  <a:lnTo>
                    <a:pt x="894849" y="1108400"/>
                  </a:lnTo>
                  <a:lnTo>
                    <a:pt x="1789699" y="1181965"/>
                  </a:lnTo>
                  <a:lnTo>
                    <a:pt x="2684548" y="1679001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977507" y="1303551"/>
              <a:ext cx="2684548" cy="1837398"/>
            </a:xfrm>
            <a:custGeom>
              <a:avLst/>
              <a:pathLst>
                <a:path w="2684548" h="1837398">
                  <a:moveTo>
                    <a:pt x="0" y="0"/>
                  </a:moveTo>
                  <a:lnTo>
                    <a:pt x="894849" y="1683140"/>
                  </a:lnTo>
                  <a:lnTo>
                    <a:pt x="1789699" y="1801035"/>
                  </a:lnTo>
                  <a:lnTo>
                    <a:pt x="2684548" y="1837398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977507" y="1371853"/>
              <a:ext cx="2684548" cy="1753628"/>
            </a:xfrm>
            <a:custGeom>
              <a:avLst/>
              <a:pathLst>
                <a:path w="2684548" h="1753628">
                  <a:moveTo>
                    <a:pt x="0" y="0"/>
                  </a:moveTo>
                  <a:lnTo>
                    <a:pt x="894849" y="1753628"/>
                  </a:lnTo>
                  <a:lnTo>
                    <a:pt x="1789699" y="1649753"/>
                  </a:lnTo>
                  <a:lnTo>
                    <a:pt x="2684548" y="1641848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977507" y="1322214"/>
              <a:ext cx="2684548" cy="2564338"/>
            </a:xfrm>
            <a:custGeom>
              <a:avLst/>
              <a:pathLst>
                <a:path w="2684548" h="2564338">
                  <a:moveTo>
                    <a:pt x="0" y="0"/>
                  </a:moveTo>
                  <a:lnTo>
                    <a:pt x="894849" y="1192669"/>
                  </a:lnTo>
                  <a:lnTo>
                    <a:pt x="1789699" y="2564338"/>
                  </a:lnTo>
                  <a:lnTo>
                    <a:pt x="2684548" y="1447443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977507" y="1634242"/>
              <a:ext cx="2684548" cy="1662088"/>
            </a:xfrm>
            <a:custGeom>
              <a:avLst/>
              <a:pathLst>
                <a:path w="2684548" h="1662088">
                  <a:moveTo>
                    <a:pt x="0" y="0"/>
                  </a:moveTo>
                  <a:lnTo>
                    <a:pt x="894849" y="877096"/>
                  </a:lnTo>
                  <a:lnTo>
                    <a:pt x="1789699" y="1511711"/>
                  </a:lnTo>
                  <a:lnTo>
                    <a:pt x="2684548" y="1662088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977507" y="1752520"/>
              <a:ext cx="2684548" cy="2113323"/>
            </a:xfrm>
            <a:custGeom>
              <a:avLst/>
              <a:pathLst>
                <a:path w="2684548" h="2113323">
                  <a:moveTo>
                    <a:pt x="0" y="2113323"/>
                  </a:moveTo>
                  <a:lnTo>
                    <a:pt x="894849" y="1236009"/>
                  </a:lnTo>
                  <a:lnTo>
                    <a:pt x="1789699" y="0"/>
                  </a:lnTo>
                  <a:lnTo>
                    <a:pt x="2684548" y="393208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977507" y="2458157"/>
              <a:ext cx="2684548" cy="627292"/>
            </a:xfrm>
            <a:custGeom>
              <a:avLst/>
              <a:pathLst>
                <a:path w="2684548" h="627292">
                  <a:moveTo>
                    <a:pt x="0" y="0"/>
                  </a:moveTo>
                  <a:lnTo>
                    <a:pt x="894849" y="142674"/>
                  </a:lnTo>
                  <a:lnTo>
                    <a:pt x="1789699" y="67562"/>
                  </a:lnTo>
                  <a:lnTo>
                    <a:pt x="2684548" y="627292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1977507" y="1667922"/>
              <a:ext cx="2684548" cy="2156266"/>
            </a:xfrm>
            <a:custGeom>
              <a:avLst/>
              <a:pathLst>
                <a:path w="2684548" h="2156266">
                  <a:moveTo>
                    <a:pt x="0" y="0"/>
                  </a:moveTo>
                  <a:lnTo>
                    <a:pt x="894849" y="802949"/>
                  </a:lnTo>
                  <a:lnTo>
                    <a:pt x="1789699" y="2156266"/>
                  </a:lnTo>
                  <a:lnTo>
                    <a:pt x="2684548" y="882138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977507" y="1127210"/>
              <a:ext cx="2684548" cy="2674886"/>
            </a:xfrm>
            <a:custGeom>
              <a:avLst/>
              <a:pathLst>
                <a:path w="2684548" h="2674886">
                  <a:moveTo>
                    <a:pt x="0" y="0"/>
                  </a:moveTo>
                  <a:lnTo>
                    <a:pt x="894849" y="1158395"/>
                  </a:lnTo>
                  <a:lnTo>
                    <a:pt x="1789699" y="2674886"/>
                  </a:lnTo>
                  <a:lnTo>
                    <a:pt x="2684548" y="2180569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977507" y="1766910"/>
              <a:ext cx="2684548" cy="1566960"/>
            </a:xfrm>
            <a:custGeom>
              <a:avLst/>
              <a:pathLst>
                <a:path w="2684548" h="1566960">
                  <a:moveTo>
                    <a:pt x="0" y="0"/>
                  </a:moveTo>
                  <a:lnTo>
                    <a:pt x="894849" y="985222"/>
                  </a:lnTo>
                  <a:lnTo>
                    <a:pt x="1789699" y="991568"/>
                  </a:lnTo>
                  <a:lnTo>
                    <a:pt x="2684548" y="156696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977507" y="1752877"/>
              <a:ext cx="2684548" cy="1578248"/>
            </a:xfrm>
            <a:custGeom>
              <a:avLst/>
              <a:pathLst>
                <a:path w="2684548" h="1578248">
                  <a:moveTo>
                    <a:pt x="0" y="0"/>
                  </a:moveTo>
                  <a:lnTo>
                    <a:pt x="894849" y="1021563"/>
                  </a:lnTo>
                  <a:lnTo>
                    <a:pt x="1789699" y="998292"/>
                  </a:lnTo>
                  <a:lnTo>
                    <a:pt x="2684548" y="1578248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1977507" y="2389581"/>
              <a:ext cx="2684548" cy="501431"/>
            </a:xfrm>
            <a:custGeom>
              <a:avLst/>
              <a:pathLst>
                <a:path w="2684548" h="501431">
                  <a:moveTo>
                    <a:pt x="0" y="211405"/>
                  </a:moveTo>
                  <a:lnTo>
                    <a:pt x="894849" y="501431"/>
                  </a:lnTo>
                  <a:lnTo>
                    <a:pt x="1789699" y="347200"/>
                  </a:lnTo>
                  <a:lnTo>
                    <a:pt x="2684548" y="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1977507" y="2092826"/>
              <a:ext cx="2684548" cy="1433194"/>
            </a:xfrm>
            <a:custGeom>
              <a:avLst/>
              <a:pathLst>
                <a:path w="2684548" h="1433194">
                  <a:moveTo>
                    <a:pt x="0" y="1433194"/>
                  </a:moveTo>
                  <a:lnTo>
                    <a:pt x="894849" y="412144"/>
                  </a:lnTo>
                  <a:lnTo>
                    <a:pt x="1789699" y="0"/>
                  </a:lnTo>
                  <a:lnTo>
                    <a:pt x="2684548" y="538581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977507" y="1299997"/>
              <a:ext cx="2684548" cy="1824304"/>
            </a:xfrm>
            <a:custGeom>
              <a:avLst/>
              <a:pathLst>
                <a:path w="2684548" h="1824304">
                  <a:moveTo>
                    <a:pt x="0" y="0"/>
                  </a:moveTo>
                  <a:lnTo>
                    <a:pt x="894849" y="1824304"/>
                  </a:lnTo>
                  <a:lnTo>
                    <a:pt x="1789699" y="1742368"/>
                  </a:lnTo>
                  <a:lnTo>
                    <a:pt x="2684548" y="1762035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1977507" y="1797642"/>
              <a:ext cx="2684548" cy="1638993"/>
            </a:xfrm>
            <a:custGeom>
              <a:avLst/>
              <a:pathLst>
                <a:path w="2684548" h="1638993">
                  <a:moveTo>
                    <a:pt x="0" y="802351"/>
                  </a:moveTo>
                  <a:lnTo>
                    <a:pt x="894849" y="0"/>
                  </a:lnTo>
                  <a:lnTo>
                    <a:pt x="1789699" y="1638993"/>
                  </a:lnTo>
                  <a:lnTo>
                    <a:pt x="2684548" y="1017876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1977507" y="2030916"/>
              <a:ext cx="2684548" cy="1537525"/>
            </a:xfrm>
            <a:custGeom>
              <a:avLst/>
              <a:pathLst>
                <a:path w="2684548" h="1537525">
                  <a:moveTo>
                    <a:pt x="0" y="0"/>
                  </a:moveTo>
                  <a:lnTo>
                    <a:pt x="894849" y="9225"/>
                  </a:lnTo>
                  <a:lnTo>
                    <a:pt x="1789699" y="1537525"/>
                  </a:lnTo>
                  <a:lnTo>
                    <a:pt x="2684548" y="925754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1977507" y="2403675"/>
              <a:ext cx="2684548" cy="418113"/>
            </a:xfrm>
            <a:custGeom>
              <a:avLst/>
              <a:pathLst>
                <a:path w="2684548" h="418113">
                  <a:moveTo>
                    <a:pt x="0" y="234595"/>
                  </a:moveTo>
                  <a:lnTo>
                    <a:pt x="894849" y="400066"/>
                  </a:lnTo>
                  <a:lnTo>
                    <a:pt x="1789699" y="0"/>
                  </a:lnTo>
                  <a:lnTo>
                    <a:pt x="2684548" y="418113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977507" y="1853740"/>
              <a:ext cx="2684548" cy="1162024"/>
            </a:xfrm>
            <a:custGeom>
              <a:avLst/>
              <a:pathLst>
                <a:path w="2684548" h="1162024">
                  <a:moveTo>
                    <a:pt x="0" y="0"/>
                  </a:moveTo>
                  <a:lnTo>
                    <a:pt x="894849" y="1162024"/>
                  </a:lnTo>
                  <a:lnTo>
                    <a:pt x="1789699" y="1130414"/>
                  </a:lnTo>
                  <a:lnTo>
                    <a:pt x="2684548" y="851967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1977507" y="2023127"/>
              <a:ext cx="2684548" cy="850238"/>
            </a:xfrm>
            <a:custGeom>
              <a:avLst/>
              <a:pathLst>
                <a:path w="2684548" h="850238">
                  <a:moveTo>
                    <a:pt x="0" y="0"/>
                  </a:moveTo>
                  <a:lnTo>
                    <a:pt x="894849" y="850238"/>
                  </a:lnTo>
                  <a:lnTo>
                    <a:pt x="1789699" y="813824"/>
                  </a:lnTo>
                  <a:lnTo>
                    <a:pt x="2684548" y="838764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1977507" y="1828649"/>
              <a:ext cx="2684548" cy="1304751"/>
            </a:xfrm>
            <a:custGeom>
              <a:avLst/>
              <a:pathLst>
                <a:path w="2684548" h="1304751">
                  <a:moveTo>
                    <a:pt x="0" y="0"/>
                  </a:moveTo>
                  <a:lnTo>
                    <a:pt x="894849" y="788952"/>
                  </a:lnTo>
                  <a:lnTo>
                    <a:pt x="1789699" y="1114573"/>
                  </a:lnTo>
                  <a:lnTo>
                    <a:pt x="2684548" y="1028759"/>
                  </a:lnTo>
                  <a:lnTo>
                    <a:pt x="2684548" y="1110260"/>
                  </a:lnTo>
                  <a:lnTo>
                    <a:pt x="1789699" y="1304751"/>
                  </a:lnTo>
                  <a:lnTo>
                    <a:pt x="894849" y="968474"/>
                  </a:lnTo>
                  <a:lnTo>
                    <a:pt x="0" y="229271"/>
                  </a:lnTo>
                  <a:close/>
                </a:path>
              </a:pathLst>
            </a:custGeom>
            <a:solidFill>
              <a:srgbClr val="A7DFD6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1977507" y="1828649"/>
              <a:ext cx="2684548" cy="1114573"/>
            </a:xfrm>
            <a:custGeom>
              <a:avLst/>
              <a:pathLst>
                <a:path w="2684548" h="1114573">
                  <a:moveTo>
                    <a:pt x="0" y="0"/>
                  </a:moveTo>
                  <a:lnTo>
                    <a:pt x="894849" y="788952"/>
                  </a:lnTo>
                  <a:lnTo>
                    <a:pt x="1789699" y="1114573"/>
                  </a:lnTo>
                  <a:lnTo>
                    <a:pt x="2684548" y="10287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977507" y="2057921"/>
              <a:ext cx="2684548" cy="1075479"/>
            </a:xfrm>
            <a:custGeom>
              <a:avLst/>
              <a:pathLst>
                <a:path w="2684548" h="1075479">
                  <a:moveTo>
                    <a:pt x="2684548" y="880988"/>
                  </a:moveTo>
                  <a:lnTo>
                    <a:pt x="1789699" y="1075479"/>
                  </a:lnTo>
                  <a:lnTo>
                    <a:pt x="894849" y="7392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1977507" y="1935416"/>
              <a:ext cx="2684548" cy="1591533"/>
            </a:xfrm>
            <a:custGeom>
              <a:avLst/>
              <a:pathLst>
                <a:path w="2684548" h="1591533">
                  <a:moveTo>
                    <a:pt x="0" y="1264885"/>
                  </a:moveTo>
                  <a:lnTo>
                    <a:pt x="894849" y="1009813"/>
                  </a:lnTo>
                  <a:lnTo>
                    <a:pt x="1789699" y="298554"/>
                  </a:lnTo>
                  <a:lnTo>
                    <a:pt x="2684548" y="0"/>
                  </a:lnTo>
                  <a:lnTo>
                    <a:pt x="2684548" y="226441"/>
                  </a:lnTo>
                  <a:lnTo>
                    <a:pt x="1789699" y="427459"/>
                  </a:lnTo>
                  <a:lnTo>
                    <a:pt x="894849" y="1056235"/>
                  </a:lnTo>
                  <a:lnTo>
                    <a:pt x="0" y="1591533"/>
                  </a:lnTo>
                  <a:close/>
                </a:path>
              </a:pathLst>
            </a:custGeom>
            <a:solidFill>
              <a:srgbClr val="C0D990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977507" y="1935416"/>
              <a:ext cx="2684548" cy="1264885"/>
            </a:xfrm>
            <a:custGeom>
              <a:avLst/>
              <a:pathLst>
                <a:path w="2684548" h="1264885">
                  <a:moveTo>
                    <a:pt x="0" y="1264885"/>
                  </a:moveTo>
                  <a:lnTo>
                    <a:pt x="894849" y="1009813"/>
                  </a:lnTo>
                  <a:lnTo>
                    <a:pt x="1789699" y="298554"/>
                  </a:lnTo>
                  <a:lnTo>
                    <a:pt x="26845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977507" y="2161858"/>
              <a:ext cx="2684548" cy="1365092"/>
            </a:xfrm>
            <a:custGeom>
              <a:avLst/>
              <a:pathLst>
                <a:path w="2684548" h="1365092">
                  <a:moveTo>
                    <a:pt x="2684548" y="0"/>
                  </a:moveTo>
                  <a:lnTo>
                    <a:pt x="1789699" y="201017"/>
                  </a:lnTo>
                  <a:lnTo>
                    <a:pt x="894849" y="829794"/>
                  </a:lnTo>
                  <a:lnTo>
                    <a:pt x="0" y="13650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1977507" y="1617094"/>
              <a:ext cx="2684548" cy="2000732"/>
            </a:xfrm>
            <a:custGeom>
              <a:avLst/>
              <a:pathLst>
                <a:path w="2684548" h="2000732">
                  <a:moveTo>
                    <a:pt x="0" y="0"/>
                  </a:moveTo>
                  <a:lnTo>
                    <a:pt x="894849" y="710809"/>
                  </a:lnTo>
                  <a:lnTo>
                    <a:pt x="1789699" y="1848065"/>
                  </a:lnTo>
                  <a:lnTo>
                    <a:pt x="2684548" y="1201755"/>
                  </a:lnTo>
                  <a:lnTo>
                    <a:pt x="2684548" y="1369734"/>
                  </a:lnTo>
                  <a:lnTo>
                    <a:pt x="1789699" y="2000732"/>
                  </a:lnTo>
                  <a:lnTo>
                    <a:pt x="894849" y="861205"/>
                  </a:lnTo>
                  <a:lnTo>
                    <a:pt x="0" y="179412"/>
                  </a:lnTo>
                  <a:close/>
                </a:path>
              </a:pathLst>
            </a:custGeom>
            <a:solidFill>
              <a:srgbClr val="CDBFE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977507" y="1617094"/>
              <a:ext cx="2684548" cy="1848065"/>
            </a:xfrm>
            <a:custGeom>
              <a:avLst/>
              <a:pathLst>
                <a:path w="2684548" h="1848065">
                  <a:moveTo>
                    <a:pt x="0" y="0"/>
                  </a:moveTo>
                  <a:lnTo>
                    <a:pt x="894849" y="710809"/>
                  </a:lnTo>
                  <a:lnTo>
                    <a:pt x="1789699" y="1848065"/>
                  </a:lnTo>
                  <a:lnTo>
                    <a:pt x="2684548" y="12017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977507" y="1796507"/>
              <a:ext cx="2684548" cy="1821319"/>
            </a:xfrm>
            <a:custGeom>
              <a:avLst/>
              <a:pathLst>
                <a:path w="2684548" h="1821319">
                  <a:moveTo>
                    <a:pt x="2684548" y="1190321"/>
                  </a:moveTo>
                  <a:lnTo>
                    <a:pt x="1789699" y="1821319"/>
                  </a:lnTo>
                  <a:lnTo>
                    <a:pt x="894849" y="68179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1977507" y="2374037"/>
              <a:ext cx="2684548" cy="537013"/>
            </a:xfrm>
            <a:custGeom>
              <a:avLst/>
              <a:pathLst>
                <a:path w="2684548" h="537013">
                  <a:moveTo>
                    <a:pt x="0" y="0"/>
                  </a:moveTo>
                  <a:lnTo>
                    <a:pt x="894849" y="339130"/>
                  </a:lnTo>
                  <a:lnTo>
                    <a:pt x="1789699" y="175513"/>
                  </a:lnTo>
                  <a:lnTo>
                    <a:pt x="2684548" y="418986"/>
                  </a:lnTo>
                  <a:lnTo>
                    <a:pt x="2684548" y="537013"/>
                  </a:lnTo>
                  <a:lnTo>
                    <a:pt x="1789699" y="254174"/>
                  </a:lnTo>
                  <a:lnTo>
                    <a:pt x="894849" y="413521"/>
                  </a:lnTo>
                  <a:lnTo>
                    <a:pt x="0" y="163593"/>
                  </a:lnTo>
                  <a:close/>
                </a:path>
              </a:pathLst>
            </a:custGeom>
            <a:solidFill>
              <a:srgbClr val="FEE69D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977507" y="2374037"/>
              <a:ext cx="2684548" cy="418986"/>
            </a:xfrm>
            <a:custGeom>
              <a:avLst/>
              <a:pathLst>
                <a:path w="2684548" h="418986">
                  <a:moveTo>
                    <a:pt x="0" y="0"/>
                  </a:moveTo>
                  <a:lnTo>
                    <a:pt x="894849" y="339130"/>
                  </a:lnTo>
                  <a:lnTo>
                    <a:pt x="1789699" y="175513"/>
                  </a:lnTo>
                  <a:lnTo>
                    <a:pt x="2684548" y="4189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977507" y="2537630"/>
              <a:ext cx="2684548" cy="373420"/>
            </a:xfrm>
            <a:custGeom>
              <a:avLst/>
              <a:pathLst>
                <a:path w="2684548" h="373420">
                  <a:moveTo>
                    <a:pt x="2684548" y="373420"/>
                  </a:moveTo>
                  <a:lnTo>
                    <a:pt x="1789699" y="90580"/>
                  </a:lnTo>
                  <a:lnTo>
                    <a:pt x="894849" y="24992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1977507" y="2390963"/>
              <a:ext cx="2684548" cy="531808"/>
            </a:xfrm>
            <a:custGeom>
              <a:avLst/>
              <a:pathLst>
                <a:path w="2684548" h="531808">
                  <a:moveTo>
                    <a:pt x="0" y="427496"/>
                  </a:moveTo>
                  <a:lnTo>
                    <a:pt x="894849" y="531808"/>
                  </a:lnTo>
                  <a:lnTo>
                    <a:pt x="1789699" y="0"/>
                  </a:lnTo>
                  <a:lnTo>
                    <a:pt x="2684548" y="137503"/>
                  </a:lnTo>
                </a:path>
              </a:pathLst>
            </a:custGeom>
            <a:ln w="40651" cap="flat">
              <a:solidFill>
                <a:srgbClr val="C26A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977507" y="1943285"/>
              <a:ext cx="2684548" cy="1095026"/>
            </a:xfrm>
            <a:custGeom>
              <a:avLst/>
              <a:pathLst>
                <a:path w="2684548" h="1095026">
                  <a:moveTo>
                    <a:pt x="0" y="0"/>
                  </a:moveTo>
                  <a:lnTo>
                    <a:pt x="894849" y="764077"/>
                  </a:lnTo>
                  <a:lnTo>
                    <a:pt x="1789699" y="1095026"/>
                  </a:lnTo>
                  <a:lnTo>
                    <a:pt x="2684548" y="954874"/>
                  </a:lnTo>
                </a:path>
              </a:pathLst>
            </a:custGeom>
            <a:ln w="40651" cap="flat">
              <a:solidFill>
                <a:srgbClr val="4A91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977507" y="2048637"/>
              <a:ext cx="2684548" cy="1314988"/>
            </a:xfrm>
            <a:custGeom>
              <a:avLst/>
              <a:pathLst>
                <a:path w="2684548" h="1314988">
                  <a:moveTo>
                    <a:pt x="0" y="1314988"/>
                  </a:moveTo>
                  <a:lnTo>
                    <a:pt x="894849" y="919803"/>
                  </a:lnTo>
                  <a:lnTo>
                    <a:pt x="1789699" y="249786"/>
                  </a:lnTo>
                  <a:lnTo>
                    <a:pt x="2684548" y="0"/>
                  </a:lnTo>
                </a:path>
              </a:pathLst>
            </a:custGeom>
            <a:ln w="40651" cap="flat">
              <a:solidFill>
                <a:srgbClr val="8491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1977507" y="1706801"/>
              <a:ext cx="2684548" cy="1834692"/>
            </a:xfrm>
            <a:custGeom>
              <a:avLst/>
              <a:pathLst>
                <a:path w="2684548" h="1834692">
                  <a:moveTo>
                    <a:pt x="0" y="0"/>
                  </a:moveTo>
                  <a:lnTo>
                    <a:pt x="894849" y="696301"/>
                  </a:lnTo>
                  <a:lnTo>
                    <a:pt x="1789699" y="1834692"/>
                  </a:lnTo>
                  <a:lnTo>
                    <a:pt x="2684548" y="1196038"/>
                  </a:lnTo>
                </a:path>
              </a:pathLst>
            </a:custGeom>
            <a:ln w="40651" cap="flat">
              <a:solidFill>
                <a:srgbClr val="7A52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1977507" y="2455833"/>
              <a:ext cx="2684548" cy="396203"/>
            </a:xfrm>
            <a:custGeom>
              <a:avLst/>
              <a:pathLst>
                <a:path w="2684548" h="396203">
                  <a:moveTo>
                    <a:pt x="0" y="0"/>
                  </a:moveTo>
                  <a:lnTo>
                    <a:pt x="894849" y="294529"/>
                  </a:lnTo>
                  <a:lnTo>
                    <a:pt x="1789699" y="133046"/>
                  </a:lnTo>
                  <a:lnTo>
                    <a:pt x="2684548" y="396203"/>
                  </a:lnTo>
                </a:path>
              </a:pathLst>
            </a:custGeom>
            <a:ln w="40651" cap="flat">
              <a:solidFill>
                <a:srgbClr val="B290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1440597" y="983989"/>
              <a:ext cx="3758368" cy="3150872"/>
            </a:xfrm>
            <a:prstGeom prst="rect">
              <a:avLst/>
            </a:prstGeom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5"/>
            <p:cNvSpPr/>
            <p:nvPr/>
          </p:nvSpPr>
          <p:spPr>
            <a:xfrm>
              <a:off x="1148183" y="4010282"/>
              <a:ext cx="192578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-0.8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1148183" y="3663090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-0.6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1148183" y="3315843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1148183" y="2968596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-0.2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1185400" y="262134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1185400" y="2274103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1185400" y="1926856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1185400" y="157960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1185400" y="1232307"/>
              <a:ext cx="15536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15" name="pl114"/>
            <p:cNvSpPr/>
            <p:nvPr/>
          </p:nvSpPr>
          <p:spPr>
            <a:xfrm>
              <a:off x="1368597" y="4052028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1368597" y="370478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1368597" y="3357535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1368597" y="3010288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1368597" y="2663041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1368597" y="231579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1368597" y="1968547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1368597" y="1621301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1368597" y="127405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1977507" y="4134861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2872356" y="4134861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3767206" y="4134861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4662056" y="4134861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7"/>
            <p:cNvSpPr/>
            <p:nvPr/>
          </p:nvSpPr>
          <p:spPr>
            <a:xfrm>
              <a:off x="1896797" y="4231968"/>
              <a:ext cx="1614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HC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2748182" y="4231968"/>
              <a:ext cx="248349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BGD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3646115" y="4231968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EGC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4537881" y="4231968"/>
              <a:ext cx="248349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AGC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3071418" y="4343747"/>
              <a:ext cx="496726" cy="12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Group2</a:t>
              </a:r>
            </a:p>
          </p:txBody>
        </p:sp>
        <p:sp>
          <p:nvSpPr>
            <p:cNvPr id="133" name="tx132"/>
            <p:cNvSpPr/>
            <p:nvPr/>
          </p:nvSpPr>
          <p:spPr>
            <a:xfrm rot="-5400000">
              <a:off x="387296" y="2495611"/>
              <a:ext cx="1265758" cy="1276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Expression_scaled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5407732" y="1894885"/>
              <a:ext cx="853888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factor(cluster)</a:t>
              </a:r>
            </a:p>
          </p:txBody>
        </p:sp>
        <p:sp>
          <p:nvSpPr>
            <p:cNvPr id="135" name="pl134"/>
            <p:cNvSpPr/>
            <p:nvPr/>
          </p:nvSpPr>
          <p:spPr>
            <a:xfrm>
              <a:off x="5429678" y="22200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C26A4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5416732" y="2119279"/>
              <a:ext cx="201456" cy="201455"/>
            </a:xfrm>
            <a:prstGeom prst="rect">
              <a:avLst/>
            </a:prstGeom>
            <a:solidFill>
              <a:srgbClr val="F79E7C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5429678" y="22200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40651" cap="flat">
              <a:solidFill>
                <a:srgbClr val="C26A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5429678" y="24394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4A9185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5416732" y="2338735"/>
              <a:ext cx="201456" cy="201456"/>
            </a:xfrm>
            <a:prstGeom prst="rect">
              <a:avLst/>
            </a:prstGeom>
            <a:solidFill>
              <a:srgbClr val="A7DFD6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5429678" y="24394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40651" cap="flat">
              <a:solidFill>
                <a:srgbClr val="4A91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5429678" y="26589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84914E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5416732" y="2558191"/>
              <a:ext cx="201456" cy="201456"/>
            </a:xfrm>
            <a:prstGeom prst="rect">
              <a:avLst/>
            </a:prstGeom>
            <a:solidFill>
              <a:srgbClr val="C0D990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5429678" y="26589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40651" cap="flat">
              <a:solidFill>
                <a:srgbClr val="8491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5429678" y="28783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7A5299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4"/>
            <p:cNvSpPr/>
            <p:nvPr/>
          </p:nvSpPr>
          <p:spPr>
            <a:xfrm>
              <a:off x="5416732" y="2777647"/>
              <a:ext cx="201456" cy="201456"/>
            </a:xfrm>
            <a:prstGeom prst="rect">
              <a:avLst/>
            </a:prstGeom>
            <a:solidFill>
              <a:srgbClr val="CDBFE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5429678" y="28783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40651" cap="flat">
              <a:solidFill>
                <a:srgbClr val="7A52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5429678" y="30978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B2903F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rc147"/>
            <p:cNvSpPr/>
            <p:nvPr/>
          </p:nvSpPr>
          <p:spPr>
            <a:xfrm>
              <a:off x="5416732" y="2997103"/>
              <a:ext cx="201456" cy="201456"/>
            </a:xfrm>
            <a:prstGeom prst="rect">
              <a:avLst/>
            </a:prstGeom>
            <a:solidFill>
              <a:srgbClr val="FEE69D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5429678" y="30978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40651" cap="flat">
              <a:solidFill>
                <a:srgbClr val="B290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49"/>
            <p:cNvSpPr/>
            <p:nvPr/>
          </p:nvSpPr>
          <p:spPr>
            <a:xfrm>
              <a:off x="5696777" y="217968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5696777" y="2399136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5696777" y="2617173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5696777" y="2838375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5696777" y="3057558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2026-01-15T17:07:10Z</dcterms:modified>
  <cp:category/>
</cp:coreProperties>
</file>