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3657600"/>
            <a:chOff x="914400" y="914400"/>
            <a:chExt cx="5486400" cy="36576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03392" y="1208857"/>
              <a:ext cx="4927818" cy="28222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107366" y="2305442"/>
              <a:ext cx="3519870" cy="513275"/>
            </a:xfrm>
            <a:custGeom>
              <a:avLst/>
              <a:pathLst>
                <a:path w="3519870" h="513275">
                  <a:moveTo>
                    <a:pt x="0" y="0"/>
                  </a:moveTo>
                  <a:lnTo>
                    <a:pt x="1173290" y="513275"/>
                  </a:lnTo>
                  <a:lnTo>
                    <a:pt x="2346580" y="469314"/>
                  </a:lnTo>
                  <a:lnTo>
                    <a:pt x="3519870" y="503501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107366" y="2498905"/>
              <a:ext cx="3519870" cy="461123"/>
            </a:xfrm>
            <a:custGeom>
              <a:avLst/>
              <a:pathLst>
                <a:path w="3519870" h="461123">
                  <a:moveTo>
                    <a:pt x="0" y="0"/>
                  </a:moveTo>
                  <a:lnTo>
                    <a:pt x="1173290" y="153533"/>
                  </a:lnTo>
                  <a:lnTo>
                    <a:pt x="2346580" y="135749"/>
                  </a:lnTo>
                  <a:lnTo>
                    <a:pt x="3519870" y="461123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107366" y="2292536"/>
              <a:ext cx="3519870" cy="928592"/>
            </a:xfrm>
            <a:custGeom>
              <a:avLst/>
              <a:pathLst>
                <a:path w="3519870" h="928592">
                  <a:moveTo>
                    <a:pt x="0" y="0"/>
                  </a:moveTo>
                  <a:lnTo>
                    <a:pt x="1173290" y="131696"/>
                  </a:lnTo>
                  <a:lnTo>
                    <a:pt x="2346580" y="514406"/>
                  </a:lnTo>
                  <a:lnTo>
                    <a:pt x="3519870" y="928592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107366" y="2222017"/>
              <a:ext cx="3519870" cy="669570"/>
            </a:xfrm>
            <a:custGeom>
              <a:avLst/>
              <a:pathLst>
                <a:path w="3519870" h="669570">
                  <a:moveTo>
                    <a:pt x="0" y="0"/>
                  </a:moveTo>
                  <a:lnTo>
                    <a:pt x="1173290" y="669570"/>
                  </a:lnTo>
                  <a:lnTo>
                    <a:pt x="2346580" y="585101"/>
                  </a:lnTo>
                  <a:lnTo>
                    <a:pt x="3519870" y="551844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107366" y="1801340"/>
              <a:ext cx="3519870" cy="1920984"/>
            </a:xfrm>
            <a:custGeom>
              <a:avLst/>
              <a:pathLst>
                <a:path w="3519870" h="1920984">
                  <a:moveTo>
                    <a:pt x="0" y="0"/>
                  </a:moveTo>
                  <a:lnTo>
                    <a:pt x="1173290" y="424661"/>
                  </a:lnTo>
                  <a:lnTo>
                    <a:pt x="2346580" y="1920984"/>
                  </a:lnTo>
                  <a:lnTo>
                    <a:pt x="3519870" y="1095658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107366" y="1700500"/>
              <a:ext cx="3519870" cy="1655861"/>
            </a:xfrm>
            <a:custGeom>
              <a:avLst/>
              <a:pathLst>
                <a:path w="3519870" h="1655861">
                  <a:moveTo>
                    <a:pt x="0" y="0"/>
                  </a:moveTo>
                  <a:lnTo>
                    <a:pt x="1173290" y="976869"/>
                  </a:lnTo>
                  <a:lnTo>
                    <a:pt x="2346580" y="1655861"/>
                  </a:lnTo>
                  <a:lnTo>
                    <a:pt x="3519870" y="1205731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107366" y="1686469"/>
              <a:ext cx="3519870" cy="1367346"/>
            </a:xfrm>
            <a:custGeom>
              <a:avLst/>
              <a:pathLst>
                <a:path w="3519870" h="1367346">
                  <a:moveTo>
                    <a:pt x="0" y="0"/>
                  </a:moveTo>
                  <a:lnTo>
                    <a:pt x="1173290" y="1367346"/>
                  </a:lnTo>
                  <a:lnTo>
                    <a:pt x="2346580" y="1313460"/>
                  </a:lnTo>
                  <a:lnTo>
                    <a:pt x="3519870" y="1216217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107366" y="1645550"/>
              <a:ext cx="3519870" cy="2257301"/>
            </a:xfrm>
            <a:custGeom>
              <a:avLst/>
              <a:pathLst>
                <a:path w="3519870" h="2257301">
                  <a:moveTo>
                    <a:pt x="0" y="0"/>
                  </a:moveTo>
                  <a:lnTo>
                    <a:pt x="1173290" y="578467"/>
                  </a:lnTo>
                  <a:lnTo>
                    <a:pt x="2346580" y="2257301"/>
                  </a:lnTo>
                  <a:lnTo>
                    <a:pt x="3519870" y="1204136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107366" y="1957898"/>
              <a:ext cx="3519870" cy="1458596"/>
            </a:xfrm>
            <a:custGeom>
              <a:avLst/>
              <a:pathLst>
                <a:path w="3519870" h="1458596">
                  <a:moveTo>
                    <a:pt x="0" y="371535"/>
                  </a:moveTo>
                  <a:lnTo>
                    <a:pt x="1173290" y="0"/>
                  </a:lnTo>
                  <a:lnTo>
                    <a:pt x="2346580" y="1458596"/>
                  </a:lnTo>
                  <a:lnTo>
                    <a:pt x="3519870" y="1060767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107366" y="2118050"/>
              <a:ext cx="3519870" cy="766029"/>
            </a:xfrm>
            <a:custGeom>
              <a:avLst/>
              <a:pathLst>
                <a:path w="3519870" h="766029">
                  <a:moveTo>
                    <a:pt x="0" y="0"/>
                  </a:moveTo>
                  <a:lnTo>
                    <a:pt x="1173290" y="705685"/>
                  </a:lnTo>
                  <a:lnTo>
                    <a:pt x="2346580" y="748397"/>
                  </a:lnTo>
                  <a:lnTo>
                    <a:pt x="3519870" y="766029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107366" y="2531869"/>
              <a:ext cx="3519870" cy="418620"/>
            </a:xfrm>
            <a:custGeom>
              <a:avLst/>
              <a:pathLst>
                <a:path w="3519870" h="418620">
                  <a:moveTo>
                    <a:pt x="0" y="418620"/>
                  </a:moveTo>
                  <a:lnTo>
                    <a:pt x="1173290" y="166574"/>
                  </a:lnTo>
                  <a:lnTo>
                    <a:pt x="2346580" y="0"/>
                  </a:lnTo>
                  <a:lnTo>
                    <a:pt x="3519870" y="50878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107366" y="1340658"/>
              <a:ext cx="3519870" cy="1817222"/>
            </a:xfrm>
            <a:custGeom>
              <a:avLst/>
              <a:pathLst>
                <a:path w="3519870" h="1817222">
                  <a:moveTo>
                    <a:pt x="0" y="0"/>
                  </a:moveTo>
                  <a:lnTo>
                    <a:pt x="1173290" y="1664658"/>
                  </a:lnTo>
                  <a:lnTo>
                    <a:pt x="2346580" y="1781258"/>
                  </a:lnTo>
                  <a:lnTo>
                    <a:pt x="3519870" y="1817222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107366" y="1408210"/>
              <a:ext cx="3519870" cy="1734372"/>
            </a:xfrm>
            <a:custGeom>
              <a:avLst/>
              <a:pathLst>
                <a:path w="3519870" h="1734372">
                  <a:moveTo>
                    <a:pt x="0" y="0"/>
                  </a:moveTo>
                  <a:lnTo>
                    <a:pt x="1173290" y="1734372"/>
                  </a:lnTo>
                  <a:lnTo>
                    <a:pt x="2346580" y="1631637"/>
                  </a:lnTo>
                  <a:lnTo>
                    <a:pt x="3519870" y="162382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107366" y="1337143"/>
              <a:ext cx="3519870" cy="1804272"/>
            </a:xfrm>
            <a:custGeom>
              <a:avLst/>
              <a:pathLst>
                <a:path w="3519870" h="1804272">
                  <a:moveTo>
                    <a:pt x="0" y="0"/>
                  </a:moveTo>
                  <a:lnTo>
                    <a:pt x="1173290" y="1804272"/>
                  </a:lnTo>
                  <a:lnTo>
                    <a:pt x="2346580" y="1723236"/>
                  </a:lnTo>
                  <a:lnTo>
                    <a:pt x="3519870" y="1742687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107366" y="1884806"/>
              <a:ext cx="3519870" cy="1149264"/>
            </a:xfrm>
            <a:custGeom>
              <a:avLst/>
              <a:pathLst>
                <a:path w="3519870" h="1149264">
                  <a:moveTo>
                    <a:pt x="0" y="0"/>
                  </a:moveTo>
                  <a:lnTo>
                    <a:pt x="1173290" y="1149264"/>
                  </a:lnTo>
                  <a:lnTo>
                    <a:pt x="2346580" y="1118002"/>
                  </a:lnTo>
                  <a:lnTo>
                    <a:pt x="3519870" y="842612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107366" y="2052333"/>
              <a:ext cx="3519870" cy="840902"/>
            </a:xfrm>
            <a:custGeom>
              <a:avLst/>
              <a:pathLst>
                <a:path w="3519870" h="840902">
                  <a:moveTo>
                    <a:pt x="0" y="0"/>
                  </a:moveTo>
                  <a:lnTo>
                    <a:pt x="1173290" y="840902"/>
                  </a:lnTo>
                  <a:lnTo>
                    <a:pt x="2346580" y="804888"/>
                  </a:lnTo>
                  <a:lnTo>
                    <a:pt x="3519870" y="829554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2107366" y="1859990"/>
              <a:ext cx="3519870" cy="1290424"/>
            </a:xfrm>
            <a:custGeom>
              <a:avLst/>
              <a:pathLst>
                <a:path w="3519870" h="1290424">
                  <a:moveTo>
                    <a:pt x="0" y="0"/>
                  </a:moveTo>
                  <a:lnTo>
                    <a:pt x="1173290" y="780289"/>
                  </a:lnTo>
                  <a:lnTo>
                    <a:pt x="2346580" y="1102334"/>
                  </a:lnTo>
                  <a:lnTo>
                    <a:pt x="3519870" y="1017463"/>
                  </a:lnTo>
                  <a:lnTo>
                    <a:pt x="3519870" y="1098069"/>
                  </a:lnTo>
                  <a:lnTo>
                    <a:pt x="2346580" y="1290424"/>
                  </a:lnTo>
                  <a:lnTo>
                    <a:pt x="1173290" y="957839"/>
                  </a:lnTo>
                  <a:lnTo>
                    <a:pt x="0" y="226754"/>
                  </a:lnTo>
                  <a:close/>
                </a:path>
              </a:pathLst>
            </a:custGeom>
            <a:solidFill>
              <a:srgbClr val="B3B3B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107366" y="1859990"/>
              <a:ext cx="3519870" cy="1102334"/>
            </a:xfrm>
            <a:custGeom>
              <a:avLst/>
              <a:pathLst>
                <a:path w="3519870" h="1102334">
                  <a:moveTo>
                    <a:pt x="0" y="0"/>
                  </a:moveTo>
                  <a:lnTo>
                    <a:pt x="1173290" y="780289"/>
                  </a:lnTo>
                  <a:lnTo>
                    <a:pt x="2346580" y="1102334"/>
                  </a:lnTo>
                  <a:lnTo>
                    <a:pt x="3519870" y="10174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107366" y="2086745"/>
              <a:ext cx="3519870" cy="1063670"/>
            </a:xfrm>
            <a:custGeom>
              <a:avLst/>
              <a:pathLst>
                <a:path w="3519870" h="1063670">
                  <a:moveTo>
                    <a:pt x="3519870" y="871314"/>
                  </a:moveTo>
                  <a:lnTo>
                    <a:pt x="2346580" y="1063670"/>
                  </a:lnTo>
                  <a:lnTo>
                    <a:pt x="1173290" y="73108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2107366" y="1973368"/>
              <a:ext cx="3519870" cy="1083002"/>
            </a:xfrm>
            <a:custGeom>
              <a:avLst/>
              <a:pathLst>
                <a:path w="3519870" h="1083002">
                  <a:moveTo>
                    <a:pt x="0" y="0"/>
                  </a:moveTo>
                  <a:lnTo>
                    <a:pt x="1173290" y="755687"/>
                  </a:lnTo>
                  <a:lnTo>
                    <a:pt x="2346580" y="1083002"/>
                  </a:lnTo>
                  <a:lnTo>
                    <a:pt x="3519870" y="944388"/>
                  </a:lnTo>
                </a:path>
              </a:pathLst>
            </a:custGeom>
            <a:ln w="4065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5688701" y="2708479"/>
              <a:ext cx="61464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GC_N_B135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688701" y="2859563"/>
              <a:ext cx="61464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GC_N_B136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688701" y="3120663"/>
              <a:ext cx="61464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GC_N_B138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5682672" y="2673396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GC_N_B40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682672" y="2796533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GC_N_B50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682672" y="2805766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GC_N_B54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682672" y="2802221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GC_N_B59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5682672" y="2749222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GC_N_B63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694730" y="2918200"/>
              <a:ext cx="67493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GC_N_B82_1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5694730" y="2783615"/>
              <a:ext cx="67493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GC_N_B86_4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682672" y="2482282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GC_N_B87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5682074" y="3057415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GC_P_B26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5682074" y="2931565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GC_P_B27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5682074" y="2979365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GC_P_B58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5682074" y="2626953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GC_P_B72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5682074" y="2781423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GC_P_B73</a:t>
              </a:r>
            </a:p>
          </p:txBody>
        </p:sp>
        <p:sp>
          <p:nvSpPr>
            <p:cNvPr id="43" name="rc42"/>
            <p:cNvSpPr/>
            <p:nvPr/>
          </p:nvSpPr>
          <p:spPr>
            <a:xfrm>
              <a:off x="1403392" y="1208857"/>
              <a:ext cx="4927818" cy="2822279"/>
            </a:xfrm>
            <a:prstGeom prst="rect">
              <a:avLst/>
            </a:prstGeom>
            <a:ln w="2710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3"/>
            <p:cNvSpPr/>
            <p:nvPr/>
          </p:nvSpPr>
          <p:spPr>
            <a:xfrm>
              <a:off x="1148183" y="3330396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-0.4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1185400" y="26435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1185400" y="1956661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1185400" y="1269793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48" name="pl47"/>
            <p:cNvSpPr/>
            <p:nvPr/>
          </p:nvSpPr>
          <p:spPr>
            <a:xfrm>
              <a:off x="1368597" y="33720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1368597" y="26852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1368597" y="19983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1368597" y="13114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10736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328065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445394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562723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5"/>
            <p:cNvSpPr/>
            <p:nvPr/>
          </p:nvSpPr>
          <p:spPr>
            <a:xfrm rot="-2700000">
              <a:off x="1996906" y="4136793"/>
              <a:ext cx="16141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HC</a:t>
              </a:r>
            </a:p>
          </p:txBody>
        </p:sp>
        <p:sp>
          <p:nvSpPr>
            <p:cNvPr id="57" name="tx56"/>
            <p:cNvSpPr/>
            <p:nvPr/>
          </p:nvSpPr>
          <p:spPr>
            <a:xfrm rot="-2700000">
              <a:off x="3101259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BGD</a:t>
              </a:r>
            </a:p>
          </p:txBody>
        </p:sp>
        <p:sp>
          <p:nvSpPr>
            <p:cNvPr id="58" name="tx57"/>
            <p:cNvSpPr/>
            <p:nvPr/>
          </p:nvSpPr>
          <p:spPr>
            <a:xfrm rot="-2700000">
              <a:off x="4274550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EGC</a:t>
              </a:r>
            </a:p>
          </p:txBody>
        </p:sp>
        <p:sp>
          <p:nvSpPr>
            <p:cNvPr id="59" name="tx58"/>
            <p:cNvSpPr/>
            <p:nvPr/>
          </p:nvSpPr>
          <p:spPr>
            <a:xfrm rot="-2700000">
              <a:off x="5447840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AGC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3316039" y="4343611"/>
              <a:ext cx="1102524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Disease Progress</a:t>
              </a:r>
            </a:p>
          </p:txBody>
        </p:sp>
        <p:sp>
          <p:nvSpPr>
            <p:cNvPr id="61" name="tx60"/>
            <p:cNvSpPr/>
            <p:nvPr/>
          </p:nvSpPr>
          <p:spPr>
            <a:xfrm rot="-5400000">
              <a:off x="796437" y="2569179"/>
              <a:ext cx="473465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Z-score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1403392" y="946662"/>
              <a:ext cx="1462593" cy="1573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Cluster 2 Trajectory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2026-01-15T17:06:23Z</dcterms:modified>
  <cp:category/>
</cp:coreProperties>
</file>