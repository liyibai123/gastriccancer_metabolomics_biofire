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/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914400" y="914400"/>
            <a:ext cx="5486400" cy="3657600"/>
            <a:chOff x="914400" y="914400"/>
            <a:chExt cx="5486400" cy="3657600"/>
          </a:xfrm>
        </p:grpSpPr>
        <p:sp>
          <p:nvSpPr>
            <p:cNvPr id="4" name="rc3"/>
            <p:cNvSpPr/>
            <p:nvPr/>
          </p:nvSpPr>
          <p:spPr>
            <a:xfrm>
              <a:off x="914400" y="914400"/>
              <a:ext cx="54864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914400" y="914400"/>
              <a:ext cx="5486399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1403392" y="1208857"/>
              <a:ext cx="4927818" cy="28222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107366" y="1337143"/>
              <a:ext cx="3519870" cy="2565708"/>
            </a:xfrm>
            <a:custGeom>
              <a:avLst/>
              <a:pathLst>
                <a:path w="3519870" h="2565708">
                  <a:moveTo>
                    <a:pt x="0" y="2062457"/>
                  </a:moveTo>
                  <a:lnTo>
                    <a:pt x="1173290" y="2565708"/>
                  </a:lnTo>
                  <a:lnTo>
                    <a:pt x="2346580" y="0"/>
                  </a:lnTo>
                  <a:lnTo>
                    <a:pt x="3519870" y="663383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107366" y="1337143"/>
              <a:ext cx="3519870" cy="2565708"/>
            </a:xfrm>
            <a:custGeom>
              <a:avLst/>
              <a:pathLst>
                <a:path w="3519870" h="2565708">
                  <a:moveTo>
                    <a:pt x="0" y="2062457"/>
                  </a:moveTo>
                  <a:lnTo>
                    <a:pt x="1173290" y="2565708"/>
                  </a:lnTo>
                  <a:lnTo>
                    <a:pt x="2346580" y="0"/>
                  </a:lnTo>
                  <a:lnTo>
                    <a:pt x="3519870" y="663383"/>
                  </a:lnTo>
                </a:path>
              </a:pathLst>
            </a:custGeom>
            <a:ln w="4065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tx8"/>
            <p:cNvSpPr/>
            <p:nvPr/>
          </p:nvSpPr>
          <p:spPr>
            <a:xfrm>
              <a:off x="5688103" y="1900062"/>
              <a:ext cx="608666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GC_P_B112</a:t>
              </a:r>
            </a:p>
          </p:txBody>
        </p:sp>
        <p:sp>
          <p:nvSpPr>
            <p:cNvPr id="10" name="rc9"/>
            <p:cNvSpPr/>
            <p:nvPr/>
          </p:nvSpPr>
          <p:spPr>
            <a:xfrm>
              <a:off x="1403392" y="1208857"/>
              <a:ext cx="4927818" cy="2822279"/>
            </a:xfrm>
            <a:prstGeom prst="rect">
              <a:avLst/>
            </a:prstGeom>
            <a:ln w="2710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tx10"/>
            <p:cNvSpPr/>
            <p:nvPr/>
          </p:nvSpPr>
          <p:spPr>
            <a:xfrm>
              <a:off x="1148183" y="3445739"/>
              <a:ext cx="192578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-0.1</a:t>
              </a:r>
            </a:p>
          </p:txBody>
        </p:sp>
        <p:sp>
          <p:nvSpPr>
            <p:cNvPr id="12" name="tx11"/>
            <p:cNvSpPr/>
            <p:nvPr/>
          </p:nvSpPr>
          <p:spPr>
            <a:xfrm>
              <a:off x="1185400" y="2608093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13" name="tx12"/>
            <p:cNvSpPr/>
            <p:nvPr/>
          </p:nvSpPr>
          <p:spPr>
            <a:xfrm>
              <a:off x="1185400" y="1770447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0.1</a:t>
              </a:r>
            </a:p>
          </p:txBody>
        </p:sp>
        <p:sp>
          <p:nvSpPr>
            <p:cNvPr id="14" name="pl13"/>
            <p:cNvSpPr/>
            <p:nvPr/>
          </p:nvSpPr>
          <p:spPr>
            <a:xfrm>
              <a:off x="1368597" y="348743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1368597" y="264978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1368597" y="181213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107366" y="403113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3280656" y="403113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4453946" y="403113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5627236" y="403113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tx20"/>
            <p:cNvSpPr/>
            <p:nvPr/>
          </p:nvSpPr>
          <p:spPr>
            <a:xfrm rot="-2700000">
              <a:off x="1996906" y="4136793"/>
              <a:ext cx="161418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HC</a:t>
              </a:r>
            </a:p>
          </p:txBody>
        </p:sp>
        <p:sp>
          <p:nvSpPr>
            <p:cNvPr id="22" name="tx21"/>
            <p:cNvSpPr/>
            <p:nvPr/>
          </p:nvSpPr>
          <p:spPr>
            <a:xfrm rot="-2700000">
              <a:off x="3101259" y="4165347"/>
              <a:ext cx="242183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BGD</a:t>
              </a:r>
            </a:p>
          </p:txBody>
        </p:sp>
        <p:sp>
          <p:nvSpPr>
            <p:cNvPr id="23" name="tx22"/>
            <p:cNvSpPr/>
            <p:nvPr/>
          </p:nvSpPr>
          <p:spPr>
            <a:xfrm rot="-2700000">
              <a:off x="4274550" y="4165347"/>
              <a:ext cx="242183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EGC</a:t>
              </a:r>
            </a:p>
          </p:txBody>
        </p:sp>
        <p:sp>
          <p:nvSpPr>
            <p:cNvPr id="24" name="tx23"/>
            <p:cNvSpPr/>
            <p:nvPr/>
          </p:nvSpPr>
          <p:spPr>
            <a:xfrm rot="-2700000">
              <a:off x="5447840" y="4165347"/>
              <a:ext cx="242183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AGC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3316039" y="4343611"/>
              <a:ext cx="1102524" cy="129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Disease Progress</a:t>
              </a:r>
            </a:p>
          </p:txBody>
        </p:sp>
        <p:sp>
          <p:nvSpPr>
            <p:cNvPr id="26" name="tx25"/>
            <p:cNvSpPr/>
            <p:nvPr/>
          </p:nvSpPr>
          <p:spPr>
            <a:xfrm rot="-5400000">
              <a:off x="796437" y="2569179"/>
              <a:ext cx="473465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Z-score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1403392" y="946662"/>
              <a:ext cx="1462593" cy="1573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Cluster 1 Trajectory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2026-01-15T17:06:23Z</dcterms:modified>
  <cp:category/>
</cp:coreProperties>
</file>